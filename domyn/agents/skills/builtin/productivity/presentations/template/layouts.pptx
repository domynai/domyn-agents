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[background=blu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style=regular; size=53; color=text.dark_background.heading; spacing=0.93]"/>
          <p:cNvSpPr>
            <a:spLocks noGrp="1"/>
          </p:cNvSpPr>
          <p:nvPr>
            <p:ph type="title"/>
          </p:nvPr>
        </p:nvSpPr>
        <p:spPr>
          <a:xfrm>
            <a:off x="502920" y="91440"/>
            <a:ext cx="6995160" cy="16002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93000"/>
              </a:lnSpc>
            </a:pPr>
            <a:r>
              <a:rPr b="0" sz="5300">
                <a:solidFill>
                  <a:srgbClr val="FFFFFF"/>
                </a:solidFill>
                <a:latin typeface="DM Sans"/>
              </a:rPr>
              <a:t>Presentation title</a:t>
            </a:r>
          </a:p>
        </p:txBody>
      </p:sp>
      <p:cxnSp>
        <p:nvCxnSpPr>
          <p:cNvPr id="4" name="title rule [line=lines.title_slide_rule; width=0.75]"/>
          <p:cNvCxnSpPr/>
          <p:nvPr/>
        </p:nvCxnSpPr>
        <p:spPr>
          <a:xfrm>
            <a:off x="521207" y="1773936"/>
            <a:ext cx="6995161" cy="0"/>
          </a:xfrm>
          <a:prstGeom prst="line">
            <a:avLst/>
          </a:prstGeom>
          <a:ln w="9525">
            <a:solidFill>
              <a:srgbClr val="33ADFF"/>
            </a:solidFill>
          </a:ln>
        </p:spPr>
      </p:cxnSp>
      <p:sp>
        <p:nvSpPr>
          <p:cNvPr id="5" name="subtitle [slot=subtitle; style=regular; size=19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521207" y="1956816"/>
            <a:ext cx="6995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9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· navy [background=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style=regular; size=38; color=text.dark_background.heading]"/>
          <p:cNvSpPr>
            <a:spLocks noGrp="1"/>
          </p:cNvSpPr>
          <p:nvPr>
            <p:ph type="title"/>
          </p:nvPr>
        </p:nvSpPr>
        <p:spPr>
          <a:xfrm>
            <a:off x="457200" y="1389888"/>
            <a:ext cx="6931152" cy="10149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0" sz="3800">
                <a:solidFill>
                  <a:srgbClr val="FFFFFF"/>
                </a:solidFill>
                <a:latin typeface="DM Sans"/>
              </a:rPr>
              <a:t>Presentation title</a:t>
            </a:r>
          </a:p>
        </p:txBody>
      </p:sp>
      <p:sp>
        <p:nvSpPr>
          <p:cNvPr id="4" name="subtitle [slot=subtitle; style=regular; size=12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484632" y="2587752"/>
            <a:ext cx="6931152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2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· violet [background=viole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style=regular; size=38; color=text.dark_background.heading]"/>
          <p:cNvSpPr>
            <a:spLocks noGrp="1"/>
          </p:cNvSpPr>
          <p:nvPr>
            <p:ph type="title"/>
          </p:nvPr>
        </p:nvSpPr>
        <p:spPr>
          <a:xfrm>
            <a:off x="457200" y="1389888"/>
            <a:ext cx="6931152" cy="101498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0" sz="3800">
                <a:solidFill>
                  <a:srgbClr val="FFFFFF"/>
                </a:solidFill>
                <a:latin typeface="DM Sans"/>
              </a:rPr>
              <a:t>Presentation title</a:t>
            </a:r>
          </a:p>
        </p:txBody>
      </p:sp>
      <p:sp>
        <p:nvSpPr>
          <p:cNvPr id="4" name="subtitle [slot=subtitle; style=regular; size=12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484632" y="2587752"/>
            <a:ext cx="6931152" cy="11521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2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[background=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[slot=title; role=title; color=primary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0000FF"/>
                </a:solidFill>
                <a:latin typeface="DM Sans"/>
              </a:rPr>
              <a:t>Slide title</a:t>
            </a:r>
          </a:p>
        </p:txBody>
      </p:sp>
      <p:cxnSp>
        <p:nvCxnSpPr>
          <p:cNvPr id="3" name="title rule [line=lines.title_rule_light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4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  <p:sp>
        <p:nvSpPr>
          <p:cNvPr id="5" name="takeaway [slot=takeaway; style=bold; size=30; color=text.light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411480" y="1060704"/>
            <a:ext cx="3017520" cy="1161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3000">
                <a:solidFill>
                  <a:srgbClr val="141529"/>
                </a:solidFill>
                <a:latin typeface="DM Sans"/>
              </a:rPr>
              <a:t>Key takeaway</a:t>
            </a:r>
          </a:p>
        </p:txBody>
      </p:sp>
      <p:sp>
        <p:nvSpPr>
          <p:cNvPr id="6" name="summary [slot=summary; role=body; color=text.light_background.body; spacing=1.15]"/>
          <p:cNvSpPr>
            <a:spLocks noGrp="1"/>
          </p:cNvSpPr>
          <p:nvPr>
            <p:ph type="body" idx="12" hasCustomPrompt="1"/>
          </p:nvPr>
        </p:nvSpPr>
        <p:spPr>
          <a:xfrm>
            <a:off x="411480" y="2816352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b="0" sz="1100">
                <a:solidFill>
                  <a:srgbClr val="3A3D52"/>
                </a:solidFill>
                <a:latin typeface="DM Sans"/>
              </a:rPr>
              <a:t>Summary</a:t>
            </a:r>
          </a:p>
        </p:txBody>
      </p:sp>
      <p:sp>
        <p:nvSpPr>
          <p:cNvPr id="7" name="number 1 [slot=number 1; style=regular; size=18; color=primary]"/>
          <p:cNvSpPr>
            <a:spLocks noGrp="1"/>
          </p:cNvSpPr>
          <p:nvPr>
            <p:ph type="body" idx="13" hasCustomPrompt="1"/>
          </p:nvPr>
        </p:nvSpPr>
        <p:spPr>
          <a:xfrm>
            <a:off x="3913632" y="1033271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0000FF"/>
                </a:solidFill>
                <a:latin typeface="DM Sans"/>
              </a:rPr>
              <a:t>01</a:t>
            </a:r>
          </a:p>
        </p:txBody>
      </p:sp>
      <p:sp>
        <p:nvSpPr>
          <p:cNvPr id="8" name="topic 1 [slot=topic 1; style=bold; size=13; color=text.light_background.heading]"/>
          <p:cNvSpPr>
            <a:spLocks noGrp="1"/>
          </p:cNvSpPr>
          <p:nvPr>
            <p:ph type="body" idx="14" hasCustomPrompt="1"/>
          </p:nvPr>
        </p:nvSpPr>
        <p:spPr>
          <a:xfrm>
            <a:off x="4562856" y="102412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141529"/>
                </a:solidFill>
                <a:latin typeface="DM Sans"/>
              </a:rPr>
              <a:t>Topic</a:t>
            </a:r>
          </a:p>
        </p:txBody>
      </p:sp>
      <p:sp>
        <p:nvSpPr>
          <p:cNvPr id="9" name="description 1 [slot=description 1; role=body; color=text.light_background.muted]"/>
          <p:cNvSpPr>
            <a:spLocks noGrp="1"/>
          </p:cNvSpPr>
          <p:nvPr>
            <p:ph type="body" idx="15" hasCustomPrompt="1"/>
          </p:nvPr>
        </p:nvSpPr>
        <p:spPr>
          <a:xfrm>
            <a:off x="4562856" y="127101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6B6E80"/>
                </a:solidFill>
                <a:latin typeface="DM Sans"/>
              </a:rPr>
              <a:t>Description</a:t>
            </a:r>
          </a:p>
        </p:txBody>
      </p:sp>
      <p:sp>
        <p:nvSpPr>
          <p:cNvPr id="10" name="number 2 [slot=number 2; style=regular; size=18; color=primary]"/>
          <p:cNvSpPr>
            <a:spLocks noGrp="1"/>
          </p:cNvSpPr>
          <p:nvPr>
            <p:ph type="body" idx="16" hasCustomPrompt="1"/>
          </p:nvPr>
        </p:nvSpPr>
        <p:spPr>
          <a:xfrm>
            <a:off x="3913632" y="165049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0000FF"/>
                </a:solidFill>
                <a:latin typeface="DM Sans"/>
              </a:rPr>
              <a:t>02</a:t>
            </a:r>
          </a:p>
        </p:txBody>
      </p:sp>
      <p:sp>
        <p:nvSpPr>
          <p:cNvPr id="11" name="topic 2 [slot=topic 2; style=bold; size=13; color=text.light_background.heading]"/>
          <p:cNvSpPr>
            <a:spLocks noGrp="1"/>
          </p:cNvSpPr>
          <p:nvPr>
            <p:ph type="body" idx="17" hasCustomPrompt="1"/>
          </p:nvPr>
        </p:nvSpPr>
        <p:spPr>
          <a:xfrm>
            <a:off x="4562856" y="164134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141529"/>
                </a:solidFill>
                <a:latin typeface="DM Sans"/>
              </a:rPr>
              <a:t>Topic</a:t>
            </a:r>
          </a:p>
        </p:txBody>
      </p:sp>
      <p:sp>
        <p:nvSpPr>
          <p:cNvPr id="12" name="description 2 [slot=description 2; role=body; color=text.light_background.muted]"/>
          <p:cNvSpPr>
            <a:spLocks noGrp="1"/>
          </p:cNvSpPr>
          <p:nvPr>
            <p:ph type="body" idx="18" hasCustomPrompt="1"/>
          </p:nvPr>
        </p:nvSpPr>
        <p:spPr>
          <a:xfrm>
            <a:off x="4562856" y="188823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6B6E80"/>
                </a:solidFill>
                <a:latin typeface="DM Sans"/>
              </a:rPr>
              <a:t>Description</a:t>
            </a:r>
          </a:p>
        </p:txBody>
      </p:sp>
      <p:sp>
        <p:nvSpPr>
          <p:cNvPr id="13" name="number 3 [slot=number 3; style=regular; size=18; color=primary]"/>
          <p:cNvSpPr>
            <a:spLocks noGrp="1"/>
          </p:cNvSpPr>
          <p:nvPr>
            <p:ph type="body" idx="19" hasCustomPrompt="1"/>
          </p:nvPr>
        </p:nvSpPr>
        <p:spPr>
          <a:xfrm>
            <a:off x="3913632" y="226771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0000FF"/>
                </a:solidFill>
                <a:latin typeface="DM Sans"/>
              </a:rPr>
              <a:t>03</a:t>
            </a:r>
          </a:p>
        </p:txBody>
      </p:sp>
      <p:sp>
        <p:nvSpPr>
          <p:cNvPr id="14" name="topic 3 [slot=topic 3; style=bold; size=13; color=text.light_background.heading]"/>
          <p:cNvSpPr>
            <a:spLocks noGrp="1"/>
          </p:cNvSpPr>
          <p:nvPr>
            <p:ph type="body" idx="20" hasCustomPrompt="1"/>
          </p:nvPr>
        </p:nvSpPr>
        <p:spPr>
          <a:xfrm>
            <a:off x="4562856" y="225856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141529"/>
                </a:solidFill>
                <a:latin typeface="DM Sans"/>
              </a:rPr>
              <a:t>Topic</a:t>
            </a:r>
          </a:p>
        </p:txBody>
      </p:sp>
      <p:sp>
        <p:nvSpPr>
          <p:cNvPr id="15" name="description 3 [slot=description 3; role=body; color=text.light_background.muted]"/>
          <p:cNvSpPr>
            <a:spLocks noGrp="1"/>
          </p:cNvSpPr>
          <p:nvPr>
            <p:ph type="body" idx="21" hasCustomPrompt="1"/>
          </p:nvPr>
        </p:nvSpPr>
        <p:spPr>
          <a:xfrm>
            <a:off x="4562856" y="250545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6B6E80"/>
                </a:solidFill>
                <a:latin typeface="DM Sans"/>
              </a:rPr>
              <a:t>Description</a:t>
            </a:r>
          </a:p>
        </p:txBody>
      </p:sp>
      <p:sp>
        <p:nvSpPr>
          <p:cNvPr id="16" name="number 4 [slot=number 4; style=regular; size=18; color=primary]"/>
          <p:cNvSpPr>
            <a:spLocks noGrp="1"/>
          </p:cNvSpPr>
          <p:nvPr>
            <p:ph type="body" idx="22" hasCustomPrompt="1"/>
          </p:nvPr>
        </p:nvSpPr>
        <p:spPr>
          <a:xfrm>
            <a:off x="3913632" y="288493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0000FF"/>
                </a:solidFill>
                <a:latin typeface="DM Sans"/>
              </a:rPr>
              <a:t>04</a:t>
            </a:r>
          </a:p>
        </p:txBody>
      </p:sp>
      <p:sp>
        <p:nvSpPr>
          <p:cNvPr id="17" name="topic 4 [slot=topic 4; style=bold; size=13; color=text.light_background.heading]"/>
          <p:cNvSpPr>
            <a:spLocks noGrp="1"/>
          </p:cNvSpPr>
          <p:nvPr>
            <p:ph type="body" idx="23" hasCustomPrompt="1"/>
          </p:nvPr>
        </p:nvSpPr>
        <p:spPr>
          <a:xfrm>
            <a:off x="4562856" y="287578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141529"/>
                </a:solidFill>
                <a:latin typeface="DM Sans"/>
              </a:rPr>
              <a:t>Topic</a:t>
            </a:r>
          </a:p>
        </p:txBody>
      </p:sp>
      <p:sp>
        <p:nvSpPr>
          <p:cNvPr id="18" name="description 4 [slot=description 4; role=body; color=text.light_background.muted]"/>
          <p:cNvSpPr>
            <a:spLocks noGrp="1"/>
          </p:cNvSpPr>
          <p:nvPr>
            <p:ph type="body" idx="24" hasCustomPrompt="1"/>
          </p:nvPr>
        </p:nvSpPr>
        <p:spPr>
          <a:xfrm>
            <a:off x="4562856" y="312267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6B6E80"/>
                </a:solidFill>
                <a:latin typeface="DM Sans"/>
              </a:rPr>
              <a:t>Description</a:t>
            </a:r>
          </a:p>
        </p:txBody>
      </p:sp>
      <p:sp>
        <p:nvSpPr>
          <p:cNvPr id="19" name="number 5 [slot=number 5; style=regular; size=18; color=primary]"/>
          <p:cNvSpPr>
            <a:spLocks noGrp="1"/>
          </p:cNvSpPr>
          <p:nvPr>
            <p:ph type="body" idx="25" hasCustomPrompt="1"/>
          </p:nvPr>
        </p:nvSpPr>
        <p:spPr>
          <a:xfrm>
            <a:off x="3913632" y="350215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0000FF"/>
                </a:solidFill>
                <a:latin typeface="DM Sans"/>
              </a:rPr>
              <a:t>05</a:t>
            </a:r>
          </a:p>
        </p:txBody>
      </p:sp>
      <p:sp>
        <p:nvSpPr>
          <p:cNvPr id="20" name="topic 5 [slot=topic 5; style=bold; size=13; color=text.light_background.heading]"/>
          <p:cNvSpPr>
            <a:spLocks noGrp="1"/>
          </p:cNvSpPr>
          <p:nvPr>
            <p:ph type="body" idx="26" hasCustomPrompt="1"/>
          </p:nvPr>
        </p:nvSpPr>
        <p:spPr>
          <a:xfrm>
            <a:off x="4562856" y="349300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141529"/>
                </a:solidFill>
                <a:latin typeface="DM Sans"/>
              </a:rPr>
              <a:t>Topic</a:t>
            </a:r>
          </a:p>
        </p:txBody>
      </p:sp>
      <p:sp>
        <p:nvSpPr>
          <p:cNvPr id="21" name="description 5 [slot=description 5; role=body; color=text.light_background.muted]"/>
          <p:cNvSpPr>
            <a:spLocks noGrp="1"/>
          </p:cNvSpPr>
          <p:nvPr>
            <p:ph type="body" idx="27" hasCustomPrompt="1"/>
          </p:nvPr>
        </p:nvSpPr>
        <p:spPr>
          <a:xfrm>
            <a:off x="4562856" y="373989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6B6E80"/>
                </a:solidFill>
                <a:latin typeface="DM Sans"/>
              </a:rPr>
              <a:t>Description</a:t>
            </a:r>
          </a:p>
        </p:txBody>
      </p:sp>
      <p:sp>
        <p:nvSpPr>
          <p:cNvPr id="22" name="number 6 [slot=number 6; style=regular; size=18; color=primary]"/>
          <p:cNvSpPr>
            <a:spLocks noGrp="1"/>
          </p:cNvSpPr>
          <p:nvPr>
            <p:ph type="body" idx="28" hasCustomPrompt="1"/>
          </p:nvPr>
        </p:nvSpPr>
        <p:spPr>
          <a:xfrm>
            <a:off x="3913632" y="411937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0000FF"/>
                </a:solidFill>
                <a:latin typeface="DM Sans"/>
              </a:rPr>
              <a:t>06</a:t>
            </a:r>
          </a:p>
        </p:txBody>
      </p:sp>
      <p:sp>
        <p:nvSpPr>
          <p:cNvPr id="23" name="topic 6 [slot=topic 6; style=bold; size=13; color=text.light_background.heading]"/>
          <p:cNvSpPr>
            <a:spLocks noGrp="1"/>
          </p:cNvSpPr>
          <p:nvPr>
            <p:ph type="body" idx="29" hasCustomPrompt="1"/>
          </p:nvPr>
        </p:nvSpPr>
        <p:spPr>
          <a:xfrm>
            <a:off x="4562856" y="411022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141529"/>
                </a:solidFill>
                <a:latin typeface="DM Sans"/>
              </a:rPr>
              <a:t>Topic</a:t>
            </a:r>
          </a:p>
        </p:txBody>
      </p:sp>
      <p:sp>
        <p:nvSpPr>
          <p:cNvPr id="24" name="description 6 [slot=description 6; role=body; color=text.light_background.muted]"/>
          <p:cNvSpPr>
            <a:spLocks noGrp="1"/>
          </p:cNvSpPr>
          <p:nvPr>
            <p:ph type="body" idx="30" hasCustomPrompt="1"/>
          </p:nvPr>
        </p:nvSpPr>
        <p:spPr>
          <a:xfrm>
            <a:off x="4562856" y="435711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6B6E80"/>
                </a:solidFill>
                <a:latin typeface="DM Sans"/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· dark [background=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style=regular; size=23; color=text.dark_background.heading]"/>
          <p:cNvSpPr>
            <a:spLocks noGrp="1"/>
          </p:cNvSpPr>
          <p:nvPr>
            <p:ph type="title"/>
          </p:nvPr>
        </p:nvSpPr>
        <p:spPr>
          <a:xfrm>
            <a:off x="256032" y="201168"/>
            <a:ext cx="693115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2300">
                <a:solidFill>
                  <a:srgbClr val="FFFFFF"/>
                </a:solidFill>
                <a:latin typeface="DM Sans"/>
              </a:rPr>
              <a:t>Agenda</a:t>
            </a:r>
          </a:p>
        </p:txBody>
      </p:sp>
      <p:cxnSp>
        <p:nvCxnSpPr>
          <p:cNvPr id="4" name="title rule [line=lines.title_rule_dark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FAFAFA"/>
            </a:solidFill>
          </a:ln>
        </p:spPr>
      </p:cxnSp>
      <p:sp>
        <p:nvSpPr>
          <p:cNvPr id="5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  <p:sp>
        <p:nvSpPr>
          <p:cNvPr id="6" name="takeaway [slot=takeaway; style=bold; size=30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411480" y="1060704"/>
            <a:ext cx="3017520" cy="11612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3000">
                <a:solidFill>
                  <a:srgbClr val="FFFFFF"/>
                </a:solidFill>
                <a:latin typeface="DM Sans"/>
              </a:rPr>
              <a:t>Key takeaway</a:t>
            </a:r>
          </a:p>
        </p:txBody>
      </p:sp>
      <p:sp>
        <p:nvSpPr>
          <p:cNvPr id="7" name="summary [slot=summary; role=body; color=text.dark_background.heading; spacing=1.15]"/>
          <p:cNvSpPr>
            <a:spLocks noGrp="1"/>
          </p:cNvSpPr>
          <p:nvPr>
            <p:ph type="body" idx="12" hasCustomPrompt="1"/>
          </p:nvPr>
        </p:nvSpPr>
        <p:spPr>
          <a:xfrm>
            <a:off x="411480" y="2816352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b="0" sz="1100">
                <a:solidFill>
                  <a:srgbClr val="FFFFFF"/>
                </a:solidFill>
                <a:latin typeface="DM Sans"/>
              </a:rPr>
              <a:t>Summary</a:t>
            </a:r>
          </a:p>
        </p:txBody>
      </p:sp>
      <p:sp>
        <p:nvSpPr>
          <p:cNvPr id="8" name="number 1 [slot=number 1; style=regular; size=18; color=tertiary]"/>
          <p:cNvSpPr>
            <a:spLocks noGrp="1"/>
          </p:cNvSpPr>
          <p:nvPr>
            <p:ph type="body" idx="13" hasCustomPrompt="1"/>
          </p:nvPr>
        </p:nvSpPr>
        <p:spPr>
          <a:xfrm>
            <a:off x="3913632" y="1033271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33ADFF"/>
                </a:solidFill>
                <a:latin typeface="DM Sans"/>
              </a:rPr>
              <a:t>01</a:t>
            </a:r>
          </a:p>
        </p:txBody>
      </p:sp>
      <p:sp>
        <p:nvSpPr>
          <p:cNvPr id="9" name="topic 1 [slot=topic 1; style=bold; size=13; color=text.dark_background.heading]"/>
          <p:cNvSpPr>
            <a:spLocks noGrp="1"/>
          </p:cNvSpPr>
          <p:nvPr>
            <p:ph type="body" idx="14" hasCustomPrompt="1"/>
          </p:nvPr>
        </p:nvSpPr>
        <p:spPr>
          <a:xfrm>
            <a:off x="4562856" y="102412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FFFFFF"/>
                </a:solidFill>
                <a:latin typeface="DM Sans"/>
              </a:rPr>
              <a:t>Topic</a:t>
            </a:r>
          </a:p>
        </p:txBody>
      </p:sp>
      <p:sp>
        <p:nvSpPr>
          <p:cNvPr id="10" name="description 1 [slot=description 1; role=body; color=text.dark_background.heading]"/>
          <p:cNvSpPr>
            <a:spLocks noGrp="1"/>
          </p:cNvSpPr>
          <p:nvPr>
            <p:ph type="body" idx="15" hasCustomPrompt="1"/>
          </p:nvPr>
        </p:nvSpPr>
        <p:spPr>
          <a:xfrm>
            <a:off x="4562856" y="127101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Description</a:t>
            </a:r>
          </a:p>
        </p:txBody>
      </p:sp>
      <p:sp>
        <p:nvSpPr>
          <p:cNvPr id="11" name="number 2 [slot=number 2; style=regular; size=18; color=tertiary]"/>
          <p:cNvSpPr>
            <a:spLocks noGrp="1"/>
          </p:cNvSpPr>
          <p:nvPr>
            <p:ph type="body" idx="16" hasCustomPrompt="1"/>
          </p:nvPr>
        </p:nvSpPr>
        <p:spPr>
          <a:xfrm>
            <a:off x="3913632" y="165049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33ADFF"/>
                </a:solidFill>
                <a:latin typeface="DM Sans"/>
              </a:rPr>
              <a:t>02</a:t>
            </a:r>
          </a:p>
        </p:txBody>
      </p:sp>
      <p:sp>
        <p:nvSpPr>
          <p:cNvPr id="12" name="topic 2 [slot=topic 2; style=bold; size=13; color=text.dark_background.heading]"/>
          <p:cNvSpPr>
            <a:spLocks noGrp="1"/>
          </p:cNvSpPr>
          <p:nvPr>
            <p:ph type="body" idx="17" hasCustomPrompt="1"/>
          </p:nvPr>
        </p:nvSpPr>
        <p:spPr>
          <a:xfrm>
            <a:off x="4562856" y="164134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FFFFFF"/>
                </a:solidFill>
                <a:latin typeface="DM Sans"/>
              </a:rPr>
              <a:t>Topic</a:t>
            </a:r>
          </a:p>
        </p:txBody>
      </p:sp>
      <p:sp>
        <p:nvSpPr>
          <p:cNvPr id="13" name="description 2 [slot=description 2; role=body; color=text.dark_background.heading]"/>
          <p:cNvSpPr>
            <a:spLocks noGrp="1"/>
          </p:cNvSpPr>
          <p:nvPr>
            <p:ph type="body" idx="18" hasCustomPrompt="1"/>
          </p:nvPr>
        </p:nvSpPr>
        <p:spPr>
          <a:xfrm>
            <a:off x="4562856" y="188823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Description</a:t>
            </a:r>
          </a:p>
        </p:txBody>
      </p:sp>
      <p:sp>
        <p:nvSpPr>
          <p:cNvPr id="14" name="number 3 [slot=number 3; style=regular; size=18; color=tertiary]"/>
          <p:cNvSpPr>
            <a:spLocks noGrp="1"/>
          </p:cNvSpPr>
          <p:nvPr>
            <p:ph type="body" idx="19" hasCustomPrompt="1"/>
          </p:nvPr>
        </p:nvSpPr>
        <p:spPr>
          <a:xfrm>
            <a:off x="3913632" y="226771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33ADFF"/>
                </a:solidFill>
                <a:latin typeface="DM Sans"/>
              </a:rPr>
              <a:t>03</a:t>
            </a:r>
          </a:p>
        </p:txBody>
      </p:sp>
      <p:sp>
        <p:nvSpPr>
          <p:cNvPr id="15" name="topic 3 [slot=topic 3; style=bold; size=13; color=text.dark_background.heading]"/>
          <p:cNvSpPr>
            <a:spLocks noGrp="1"/>
          </p:cNvSpPr>
          <p:nvPr>
            <p:ph type="body" idx="20" hasCustomPrompt="1"/>
          </p:nvPr>
        </p:nvSpPr>
        <p:spPr>
          <a:xfrm>
            <a:off x="4562856" y="225856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FFFFFF"/>
                </a:solidFill>
                <a:latin typeface="DM Sans"/>
              </a:rPr>
              <a:t>Topic</a:t>
            </a:r>
          </a:p>
        </p:txBody>
      </p:sp>
      <p:sp>
        <p:nvSpPr>
          <p:cNvPr id="16" name="description 3 [slot=description 3; role=body; color=text.dark_background.heading]"/>
          <p:cNvSpPr>
            <a:spLocks noGrp="1"/>
          </p:cNvSpPr>
          <p:nvPr>
            <p:ph type="body" idx="21" hasCustomPrompt="1"/>
          </p:nvPr>
        </p:nvSpPr>
        <p:spPr>
          <a:xfrm>
            <a:off x="4562856" y="250545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Description</a:t>
            </a:r>
          </a:p>
        </p:txBody>
      </p:sp>
      <p:sp>
        <p:nvSpPr>
          <p:cNvPr id="17" name="number 4 [slot=number 4; style=regular; size=18; color=tertiary]"/>
          <p:cNvSpPr>
            <a:spLocks noGrp="1"/>
          </p:cNvSpPr>
          <p:nvPr>
            <p:ph type="body" idx="22" hasCustomPrompt="1"/>
          </p:nvPr>
        </p:nvSpPr>
        <p:spPr>
          <a:xfrm>
            <a:off x="3913632" y="288493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33ADFF"/>
                </a:solidFill>
                <a:latin typeface="DM Sans"/>
              </a:rPr>
              <a:t>04</a:t>
            </a:r>
          </a:p>
        </p:txBody>
      </p:sp>
      <p:sp>
        <p:nvSpPr>
          <p:cNvPr id="18" name="topic 4 [slot=topic 4; style=bold; size=13; color=text.dark_background.heading]"/>
          <p:cNvSpPr>
            <a:spLocks noGrp="1"/>
          </p:cNvSpPr>
          <p:nvPr>
            <p:ph type="body" idx="23" hasCustomPrompt="1"/>
          </p:nvPr>
        </p:nvSpPr>
        <p:spPr>
          <a:xfrm>
            <a:off x="4562856" y="287578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FFFFFF"/>
                </a:solidFill>
                <a:latin typeface="DM Sans"/>
              </a:rPr>
              <a:t>Topic</a:t>
            </a:r>
          </a:p>
        </p:txBody>
      </p:sp>
      <p:sp>
        <p:nvSpPr>
          <p:cNvPr id="19" name="description 4 [slot=description 4; role=body; color=text.dark_background.heading]"/>
          <p:cNvSpPr>
            <a:spLocks noGrp="1"/>
          </p:cNvSpPr>
          <p:nvPr>
            <p:ph type="body" idx="24" hasCustomPrompt="1"/>
          </p:nvPr>
        </p:nvSpPr>
        <p:spPr>
          <a:xfrm>
            <a:off x="4562856" y="312267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Description</a:t>
            </a:r>
          </a:p>
        </p:txBody>
      </p:sp>
      <p:sp>
        <p:nvSpPr>
          <p:cNvPr id="20" name="number 5 [slot=number 5; style=regular; size=18; color=tertiary]"/>
          <p:cNvSpPr>
            <a:spLocks noGrp="1"/>
          </p:cNvSpPr>
          <p:nvPr>
            <p:ph type="body" idx="25" hasCustomPrompt="1"/>
          </p:nvPr>
        </p:nvSpPr>
        <p:spPr>
          <a:xfrm>
            <a:off x="3913632" y="350215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33ADFF"/>
                </a:solidFill>
                <a:latin typeface="DM Sans"/>
              </a:rPr>
              <a:t>05</a:t>
            </a:r>
          </a:p>
        </p:txBody>
      </p:sp>
      <p:sp>
        <p:nvSpPr>
          <p:cNvPr id="21" name="topic 5 [slot=topic 5; style=bold; size=13; color=text.dark_background.heading]"/>
          <p:cNvSpPr>
            <a:spLocks noGrp="1"/>
          </p:cNvSpPr>
          <p:nvPr>
            <p:ph type="body" idx="26" hasCustomPrompt="1"/>
          </p:nvPr>
        </p:nvSpPr>
        <p:spPr>
          <a:xfrm>
            <a:off x="4562856" y="349300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FFFFFF"/>
                </a:solidFill>
                <a:latin typeface="DM Sans"/>
              </a:rPr>
              <a:t>Topic</a:t>
            </a:r>
          </a:p>
        </p:txBody>
      </p:sp>
      <p:sp>
        <p:nvSpPr>
          <p:cNvPr id="22" name="description 5 [slot=description 5; role=body; color=text.dark_background.heading]"/>
          <p:cNvSpPr>
            <a:spLocks noGrp="1"/>
          </p:cNvSpPr>
          <p:nvPr>
            <p:ph type="body" idx="27" hasCustomPrompt="1"/>
          </p:nvPr>
        </p:nvSpPr>
        <p:spPr>
          <a:xfrm>
            <a:off x="4562856" y="373989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Description</a:t>
            </a:r>
          </a:p>
        </p:txBody>
      </p:sp>
      <p:sp>
        <p:nvSpPr>
          <p:cNvPr id="23" name="number 6 [slot=number 6; style=regular; size=18; color=tertiary]"/>
          <p:cNvSpPr>
            <a:spLocks noGrp="1"/>
          </p:cNvSpPr>
          <p:nvPr>
            <p:ph type="body" idx="28" hasCustomPrompt="1"/>
          </p:nvPr>
        </p:nvSpPr>
        <p:spPr>
          <a:xfrm>
            <a:off x="3913632" y="4119372"/>
            <a:ext cx="5486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800">
                <a:solidFill>
                  <a:srgbClr val="33ADFF"/>
                </a:solidFill>
                <a:latin typeface="DM Sans"/>
              </a:rPr>
              <a:t>06</a:t>
            </a:r>
          </a:p>
        </p:txBody>
      </p:sp>
      <p:sp>
        <p:nvSpPr>
          <p:cNvPr id="24" name="topic 6 [slot=topic 6; style=bold; size=13; color=text.dark_background.heading]"/>
          <p:cNvSpPr>
            <a:spLocks noGrp="1"/>
          </p:cNvSpPr>
          <p:nvPr>
            <p:ph type="body" idx="29" hasCustomPrompt="1"/>
          </p:nvPr>
        </p:nvSpPr>
        <p:spPr>
          <a:xfrm>
            <a:off x="4562856" y="4110228"/>
            <a:ext cx="4169663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300">
                <a:solidFill>
                  <a:srgbClr val="FFFFFF"/>
                </a:solidFill>
                <a:latin typeface="DM Sans"/>
              </a:rPr>
              <a:t>Topic</a:t>
            </a:r>
          </a:p>
        </p:txBody>
      </p:sp>
      <p:sp>
        <p:nvSpPr>
          <p:cNvPr id="25" name="description 6 [slot=description 6; role=body; color=text.dark_background.heading]"/>
          <p:cNvSpPr>
            <a:spLocks noGrp="1"/>
          </p:cNvSpPr>
          <p:nvPr>
            <p:ph type="body" idx="30" hasCustomPrompt="1"/>
          </p:nvPr>
        </p:nvSpPr>
        <p:spPr>
          <a:xfrm>
            <a:off x="4562856" y="4357116"/>
            <a:ext cx="4169663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[background=tin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ing [slot=heading; style=title; size=30; color=text.light_background.title; align=center]"/>
          <p:cNvSpPr>
            <a:spLocks noGrp="1"/>
          </p:cNvSpPr>
          <p:nvPr>
            <p:ph type="title"/>
          </p:nvPr>
        </p:nvSpPr>
        <p:spPr>
          <a:xfrm>
            <a:off x="1078992" y="2039112"/>
            <a:ext cx="6995160" cy="8869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b="1" sz="3000">
                <a:solidFill>
                  <a:srgbClr val="000000"/>
                </a:solidFill>
                <a:latin typeface="DM Sans"/>
              </a:rPr>
              <a:t>Section</a:t>
            </a:r>
          </a:p>
        </p:txBody>
      </p:sp>
      <p:sp>
        <p:nvSpPr>
          <p:cNvPr id="4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· navy [background=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ing [slot=heading; style=title; size=30; color=text.dark_background.heading; align=center]"/>
          <p:cNvSpPr>
            <a:spLocks noGrp="1"/>
          </p:cNvSpPr>
          <p:nvPr>
            <p:ph type="title"/>
          </p:nvPr>
        </p:nvSpPr>
        <p:spPr>
          <a:xfrm>
            <a:off x="1078992" y="2039112"/>
            <a:ext cx="6995160" cy="8869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b="1" sz="3000">
                <a:solidFill>
                  <a:srgbClr val="FFFFFF"/>
                </a:solidFill>
                <a:latin typeface="DM Sans"/>
              </a:rPr>
              <a:t>Section</a:t>
            </a:r>
          </a:p>
        </p:txBody>
      </p:sp>
      <p:sp>
        <p:nvSpPr>
          <p:cNvPr id="4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· blue [background=blu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ing [slot=heading; style=title; size=30; color=text.dark_background.heading; align=center]"/>
          <p:cNvSpPr>
            <a:spLocks noGrp="1"/>
          </p:cNvSpPr>
          <p:nvPr>
            <p:ph type="title"/>
          </p:nvPr>
        </p:nvSpPr>
        <p:spPr>
          <a:xfrm>
            <a:off x="1078992" y="2039112"/>
            <a:ext cx="6995160" cy="8869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b="1" sz="3000">
                <a:solidFill>
                  <a:srgbClr val="FFFFFF"/>
                </a:solidFill>
                <a:latin typeface="DM Sans"/>
              </a:rPr>
              <a:t>Section</a:t>
            </a:r>
          </a:p>
        </p:txBody>
      </p:sp>
      <p:sp>
        <p:nvSpPr>
          <p:cNvPr id="4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· violet [background=viole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ing [slot=heading; style=title; size=30; color=text.dark_background.heading; align=center]"/>
          <p:cNvSpPr>
            <a:spLocks noGrp="1"/>
          </p:cNvSpPr>
          <p:nvPr>
            <p:ph type="title"/>
          </p:nvPr>
        </p:nvSpPr>
        <p:spPr>
          <a:xfrm>
            <a:off x="1078992" y="2039112"/>
            <a:ext cx="6995160" cy="8869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b="1" sz="3000">
                <a:solidFill>
                  <a:srgbClr val="FFFFFF"/>
                </a:solidFill>
                <a:latin typeface="DM Sans"/>
              </a:rPr>
              <a:t>Section</a:t>
            </a:r>
          </a:p>
        </p:txBody>
      </p:sp>
      <p:sp>
        <p:nvSpPr>
          <p:cNvPr id="4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ards [background=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[slot=title; role=title; color=text.light_background.title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000000"/>
                </a:solidFill>
                <a:latin typeface="DM Sans"/>
              </a:rPr>
              <a:t>Slide title</a:t>
            </a:r>
          </a:p>
        </p:txBody>
      </p:sp>
      <p:cxnSp>
        <p:nvCxnSpPr>
          <p:cNvPr id="3" name="title rule [line=lines.title_rule_light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4" name="intro [slot=intro; role=intro; color=text.light_background.title]"/>
          <p:cNvSpPr>
            <a:spLocks noGrp="1"/>
          </p:cNvSpPr>
          <p:nvPr>
            <p:ph type="body" idx="11" hasCustomPrompt="1"/>
          </p:nvPr>
        </p:nvSpPr>
        <p:spPr>
          <a:xfrm>
            <a:off x="265176" y="859536"/>
            <a:ext cx="839419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400">
                <a:solidFill>
                  <a:srgbClr val="000000"/>
                </a:solidFill>
                <a:latin typeface="DM Sans"/>
              </a:rPr>
              <a:t>Intro line</a:t>
            </a:r>
          </a:p>
        </p:txBody>
      </p:sp>
      <p:sp>
        <p:nvSpPr>
          <p:cNvPr id="5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  <p:sp>
        <p:nvSpPr>
          <p:cNvPr id="6" name="card 1 [fill=surfaces.card_highlight; outline=surfaces.card_highlight; shadow=surfaces.shadow_light; blur=12; dist=3]"/>
          <p:cNvSpPr/>
          <p:nvPr/>
        </p:nvSpPr>
        <p:spPr>
          <a:xfrm>
            <a:off x="265176" y="1435608"/>
            <a:ext cx="4059936" cy="3008376"/>
          </a:xfrm>
          <a:prstGeom prst="roundRect">
            <a:avLst>
              <a:gd name="adj" fmla="val 3200"/>
            </a:avLst>
          </a:prstGeom>
          <a:solidFill>
            <a:srgbClr val="0000FF"/>
          </a:solidFill>
          <a:ln w="12700">
            <a:solidFill>
              <a:srgbClr val="0000FF"/>
            </a:solidFill>
          </a:ln>
          <a:effectLst>
            <a:outerShdw blurRad="152400" dist="38100" dir="5400000" algn="t" rotWithShape="0">
              <a:srgbClr val="1A2358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card 1 number [style=thin; size=30; color=text.dark_background.heading]"/>
          <p:cNvSpPr txBox="1"/>
          <p:nvPr/>
        </p:nvSpPr>
        <p:spPr>
          <a:xfrm>
            <a:off x="429768" y="15087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3000">
                <a:solidFill>
                  <a:srgbClr val="FFFFFF"/>
                </a:solidFill>
                <a:latin typeface="DM Sans Thin"/>
              </a:rPr>
              <a:t>01</a:t>
            </a:r>
          </a:p>
        </p:txBody>
      </p:sp>
      <p:sp>
        <p:nvSpPr>
          <p:cNvPr id="8" name="heading 1 [slot=heading 1; role=heading; color=text.dark_background.heading]"/>
          <p:cNvSpPr>
            <a:spLocks noGrp="1"/>
          </p:cNvSpPr>
          <p:nvPr>
            <p:ph type="body" idx="12" hasCustomPrompt="1"/>
          </p:nvPr>
        </p:nvSpPr>
        <p:spPr>
          <a:xfrm>
            <a:off x="438912" y="2011680"/>
            <a:ext cx="351129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500">
                <a:solidFill>
                  <a:srgbClr val="FFFFFF"/>
                </a:solidFill>
                <a:latin typeface="DM Sans"/>
              </a:rPr>
              <a:t>Heading</a:t>
            </a:r>
          </a:p>
        </p:txBody>
      </p:sp>
      <p:sp>
        <p:nvSpPr>
          <p:cNvPr id="9" name="body 1 [slot=body 1; role=body; color=text.dark_background.body; spacing=1.12]"/>
          <p:cNvSpPr>
            <a:spLocks noGrp="1"/>
          </p:cNvSpPr>
          <p:nvPr>
            <p:ph type="body" idx="13" hasCustomPrompt="1"/>
          </p:nvPr>
        </p:nvSpPr>
        <p:spPr>
          <a:xfrm>
            <a:off x="438912" y="2331720"/>
            <a:ext cx="36118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b="0" sz="1100">
                <a:solidFill>
                  <a:srgbClr val="E6ECFF"/>
                </a:solidFill>
                <a:latin typeface="DM Sans"/>
              </a:rPr>
              <a:t>Body</a:t>
            </a:r>
          </a:p>
        </p:txBody>
      </p:sp>
      <p:cxnSp>
        <p:nvCxnSpPr>
          <p:cNvPr id="10" name="card 1 divider [line=lines.divider_on_blue; width=0.75]"/>
          <p:cNvCxnSpPr/>
          <p:nvPr/>
        </p:nvCxnSpPr>
        <p:spPr>
          <a:xfrm>
            <a:off x="438912" y="3282696"/>
            <a:ext cx="3511296" cy="0"/>
          </a:xfrm>
          <a:prstGeom prst="line">
            <a:avLst/>
          </a:prstGeom>
          <a:ln w="9525">
            <a:solidFill>
              <a:srgbClr val="4D6BFF"/>
            </a:solidFill>
          </a:ln>
        </p:spPr>
      </p:cxnSp>
      <p:sp>
        <p:nvSpPr>
          <p:cNvPr id="11" name="takeaway 1 [slot=takeaway 1; role=emphasis; color=text.dark_background.heading; spacing=1.12]"/>
          <p:cNvSpPr>
            <a:spLocks noGrp="1"/>
          </p:cNvSpPr>
          <p:nvPr>
            <p:ph type="body" idx="14" hasCustomPrompt="1"/>
          </p:nvPr>
        </p:nvSpPr>
        <p:spPr>
          <a:xfrm>
            <a:off x="438912" y="3474720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b="1" sz="1100">
                <a:solidFill>
                  <a:srgbClr val="FFFFFF"/>
                </a:solidFill>
                <a:latin typeface="DM Sans"/>
              </a:rPr>
              <a:t>Takeaway</a:t>
            </a:r>
          </a:p>
        </p:txBody>
      </p:sp>
      <p:sp>
        <p:nvSpPr>
          <p:cNvPr id="12" name="card 2 [fill=surfaces.card_light; outline=surfaces.card_light; shadow=surfaces.shadow_light; blur=12; dist=3]"/>
          <p:cNvSpPr/>
          <p:nvPr/>
        </p:nvSpPr>
        <p:spPr>
          <a:xfrm>
            <a:off x="4535424" y="1435608"/>
            <a:ext cx="4059936" cy="3008376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52400" dist="38100" dir="5400000" algn="t" rotWithShape="0">
              <a:srgbClr val="1A2358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card 2 number [style=thin; size=30; color=primary]"/>
          <p:cNvSpPr txBox="1"/>
          <p:nvPr/>
        </p:nvSpPr>
        <p:spPr>
          <a:xfrm>
            <a:off x="4700016" y="15087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3000">
                <a:solidFill>
                  <a:srgbClr val="0000FF"/>
                </a:solidFill>
                <a:latin typeface="DM Sans Thin"/>
              </a:rPr>
              <a:t>02</a:t>
            </a:r>
          </a:p>
        </p:txBody>
      </p:sp>
      <p:sp>
        <p:nvSpPr>
          <p:cNvPr id="14" name="heading 2 [slot=heading 2; role=heading; color=text.light_background.heading]"/>
          <p:cNvSpPr>
            <a:spLocks noGrp="1"/>
          </p:cNvSpPr>
          <p:nvPr>
            <p:ph type="body" idx="15" hasCustomPrompt="1"/>
          </p:nvPr>
        </p:nvSpPr>
        <p:spPr>
          <a:xfrm>
            <a:off x="4709160" y="2011680"/>
            <a:ext cx="351129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500">
                <a:solidFill>
                  <a:srgbClr val="141529"/>
                </a:solidFill>
                <a:latin typeface="DM Sans"/>
              </a:rPr>
              <a:t>Heading</a:t>
            </a:r>
          </a:p>
        </p:txBody>
      </p:sp>
      <p:sp>
        <p:nvSpPr>
          <p:cNvPr id="15" name="body 2 [slot=body 2; role=body; color=text.light_background.body; spacing=1.12]"/>
          <p:cNvSpPr>
            <a:spLocks noGrp="1"/>
          </p:cNvSpPr>
          <p:nvPr>
            <p:ph type="body" idx="16" hasCustomPrompt="1"/>
          </p:nvPr>
        </p:nvSpPr>
        <p:spPr>
          <a:xfrm>
            <a:off x="4709160" y="2331720"/>
            <a:ext cx="36118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b="0" sz="1100">
                <a:solidFill>
                  <a:srgbClr val="3A3D52"/>
                </a:solidFill>
                <a:latin typeface="DM Sans"/>
              </a:rPr>
              <a:t>Body</a:t>
            </a:r>
          </a:p>
        </p:txBody>
      </p:sp>
      <p:cxnSp>
        <p:nvCxnSpPr>
          <p:cNvPr id="16" name="card 2 divider [line=lines.divider_light; width=0.75]"/>
          <p:cNvCxnSpPr/>
          <p:nvPr/>
        </p:nvCxnSpPr>
        <p:spPr>
          <a:xfrm>
            <a:off x="4709160" y="3282696"/>
            <a:ext cx="3511296" cy="0"/>
          </a:xfrm>
          <a:prstGeom prst="line">
            <a:avLst/>
          </a:prstGeom>
          <a:ln w="9525">
            <a:solidFill>
              <a:srgbClr val="D5D9E8"/>
            </a:solidFill>
          </a:ln>
        </p:spPr>
      </p:cxnSp>
      <p:sp>
        <p:nvSpPr>
          <p:cNvPr id="17" name="takeaway 2 [slot=takeaway 2; role=emphasis; color=text.light_background.heading; spacing=1.12]"/>
          <p:cNvSpPr>
            <a:spLocks noGrp="1"/>
          </p:cNvSpPr>
          <p:nvPr>
            <p:ph type="body" idx="17" hasCustomPrompt="1"/>
          </p:nvPr>
        </p:nvSpPr>
        <p:spPr>
          <a:xfrm>
            <a:off x="4709160" y="3474720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b="1" sz="1100">
                <a:solidFill>
                  <a:srgbClr val="141529"/>
                </a:solidFill>
                <a:latin typeface="DM Sans"/>
              </a:rPr>
              <a:t>Takeaway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ards [background=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[slot=title; role=title; color=text.light_background.title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000000"/>
                </a:solidFill>
                <a:latin typeface="DM Sans"/>
              </a:rPr>
              <a:t>Slide title</a:t>
            </a:r>
          </a:p>
        </p:txBody>
      </p:sp>
      <p:cxnSp>
        <p:nvCxnSpPr>
          <p:cNvPr id="3" name="title rule [line=lines.title_rule_light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4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  <p:sp>
        <p:nvSpPr>
          <p:cNvPr id="5" name="card 1 [fill=surfaces.card_light; outline=lines.divider_light; shadow=surfaces.shadow_light; blur=12; dist=3]"/>
          <p:cNvSpPr/>
          <p:nvPr/>
        </p:nvSpPr>
        <p:spPr>
          <a:xfrm>
            <a:off x="265176" y="1179576"/>
            <a:ext cx="2670048" cy="320040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12700">
            <a:solidFill>
              <a:srgbClr val="D5D9E8"/>
            </a:solidFill>
          </a:ln>
          <a:effectLst>
            <a:outerShdw blurRad="152400" dist="38100" dir="5400000" algn="t" rotWithShape="0">
              <a:srgbClr val="1A2358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itle 1 [slot=title 1; style=title; size=18; color=text.light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475488" y="1828800"/>
            <a:ext cx="2231136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800">
                <a:solidFill>
                  <a:srgbClr val="141529"/>
                </a:solidFill>
                <a:latin typeface="DM Sans"/>
              </a:rPr>
              <a:t>Title</a:t>
            </a:r>
          </a:p>
        </p:txBody>
      </p:sp>
      <p:sp>
        <p:nvSpPr>
          <p:cNvPr id="7" name="subtitle 1 [slot=subtitle 1; role=emphasis; color=text.light_background.heading]"/>
          <p:cNvSpPr>
            <a:spLocks noGrp="1"/>
          </p:cNvSpPr>
          <p:nvPr>
            <p:ph type="body" idx="12" hasCustomPrompt="1"/>
          </p:nvPr>
        </p:nvSpPr>
        <p:spPr>
          <a:xfrm>
            <a:off x="466344" y="2304288"/>
            <a:ext cx="233172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141529"/>
                </a:solidFill>
                <a:latin typeface="DM Sans"/>
              </a:rPr>
              <a:t>Subtitle</a:t>
            </a:r>
          </a:p>
        </p:txBody>
      </p:sp>
      <p:cxnSp>
        <p:nvCxnSpPr>
          <p:cNvPr id="8" name="card 1 accent [line=primary; width=0.75]"/>
          <p:cNvCxnSpPr/>
          <p:nvPr/>
        </p:nvCxnSpPr>
        <p:spPr>
          <a:xfrm>
            <a:off x="475488" y="2962656"/>
            <a:ext cx="685800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9" name="bullets 1 [slot=bullets 1; role=body; color=text.light_background.body; bullets=yes]"/>
          <p:cNvSpPr>
            <a:spLocks noGrp="1"/>
          </p:cNvSpPr>
          <p:nvPr>
            <p:ph type="body" idx="13" hasCustomPrompt="1"/>
          </p:nvPr>
        </p:nvSpPr>
        <p:spPr>
          <a:xfrm>
            <a:off x="466344" y="3099816"/>
            <a:ext cx="233172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3A3D52"/>
                </a:solidFill>
                <a:latin typeface="DM Sans"/>
              </a:rPr>
              <a:t>Point</a:t>
            </a:r>
          </a:p>
        </p:txBody>
      </p:sp>
      <p:sp>
        <p:nvSpPr>
          <p:cNvPr id="10" name="card 2 [fill=surfaces.card_light; outline=lines.divider_light; shadow=surfaces.shadow_light; blur=12; dist=3]"/>
          <p:cNvSpPr/>
          <p:nvPr/>
        </p:nvSpPr>
        <p:spPr>
          <a:xfrm>
            <a:off x="3218688" y="1179576"/>
            <a:ext cx="2670048" cy="320040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12700">
            <a:solidFill>
              <a:srgbClr val="D5D9E8"/>
            </a:solidFill>
          </a:ln>
          <a:effectLst>
            <a:outerShdw blurRad="152400" dist="38100" dir="5400000" algn="t" rotWithShape="0">
              <a:srgbClr val="1A2358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itle 2 [slot=title 2; style=title; size=18; color=text.light_background.heading]"/>
          <p:cNvSpPr>
            <a:spLocks noGrp="1"/>
          </p:cNvSpPr>
          <p:nvPr>
            <p:ph type="body" idx="14" hasCustomPrompt="1"/>
          </p:nvPr>
        </p:nvSpPr>
        <p:spPr>
          <a:xfrm>
            <a:off x="3429000" y="1828800"/>
            <a:ext cx="2231136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800">
                <a:solidFill>
                  <a:srgbClr val="141529"/>
                </a:solidFill>
                <a:latin typeface="DM Sans"/>
              </a:rPr>
              <a:t>Title</a:t>
            </a:r>
          </a:p>
        </p:txBody>
      </p:sp>
      <p:sp>
        <p:nvSpPr>
          <p:cNvPr id="12" name="subtitle 2 [slot=subtitle 2; role=emphasis; color=text.light_background.heading]"/>
          <p:cNvSpPr>
            <a:spLocks noGrp="1"/>
          </p:cNvSpPr>
          <p:nvPr>
            <p:ph type="body" idx="15" hasCustomPrompt="1"/>
          </p:nvPr>
        </p:nvSpPr>
        <p:spPr>
          <a:xfrm>
            <a:off x="3419856" y="2304288"/>
            <a:ext cx="233172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141529"/>
                </a:solidFill>
                <a:latin typeface="DM Sans"/>
              </a:rPr>
              <a:t>Subtitle</a:t>
            </a:r>
          </a:p>
        </p:txBody>
      </p:sp>
      <p:cxnSp>
        <p:nvCxnSpPr>
          <p:cNvPr id="13" name="card 2 accent [line=primary; width=0.75]"/>
          <p:cNvCxnSpPr/>
          <p:nvPr/>
        </p:nvCxnSpPr>
        <p:spPr>
          <a:xfrm>
            <a:off x="3429000" y="2962656"/>
            <a:ext cx="685800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14" name="bullets 2 [slot=bullets 2; role=body; color=text.light_background.body; bullets=yes]"/>
          <p:cNvSpPr>
            <a:spLocks noGrp="1"/>
          </p:cNvSpPr>
          <p:nvPr>
            <p:ph type="body" idx="16" hasCustomPrompt="1"/>
          </p:nvPr>
        </p:nvSpPr>
        <p:spPr>
          <a:xfrm>
            <a:off x="3419856" y="3099816"/>
            <a:ext cx="233172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3A3D52"/>
                </a:solidFill>
                <a:latin typeface="DM Sans"/>
              </a:rPr>
              <a:t>Point</a:t>
            </a:r>
          </a:p>
        </p:txBody>
      </p:sp>
      <p:sp>
        <p:nvSpPr>
          <p:cNvPr id="15" name="card 3 [fill=surfaces.card_light; outline=lines.divider_light; shadow=surfaces.shadow_light; blur=12; dist=3]"/>
          <p:cNvSpPr/>
          <p:nvPr/>
        </p:nvSpPr>
        <p:spPr>
          <a:xfrm>
            <a:off x="6181344" y="1179576"/>
            <a:ext cx="2670048" cy="320040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12700">
            <a:solidFill>
              <a:srgbClr val="D5D9E8"/>
            </a:solidFill>
          </a:ln>
          <a:effectLst>
            <a:outerShdw blurRad="152400" dist="38100" dir="5400000" algn="t" rotWithShape="0">
              <a:srgbClr val="1A2358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title 3 [slot=title 3; style=title; size=18; color=text.light_background.heading]"/>
          <p:cNvSpPr>
            <a:spLocks noGrp="1"/>
          </p:cNvSpPr>
          <p:nvPr>
            <p:ph type="body" idx="17" hasCustomPrompt="1"/>
          </p:nvPr>
        </p:nvSpPr>
        <p:spPr>
          <a:xfrm>
            <a:off x="6391656" y="1828800"/>
            <a:ext cx="2231136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800">
                <a:solidFill>
                  <a:srgbClr val="141529"/>
                </a:solidFill>
                <a:latin typeface="DM Sans"/>
              </a:rPr>
              <a:t>Title</a:t>
            </a:r>
          </a:p>
        </p:txBody>
      </p:sp>
      <p:sp>
        <p:nvSpPr>
          <p:cNvPr id="17" name="subtitle 3 [slot=subtitle 3; role=emphasis; color=text.light_background.heading]"/>
          <p:cNvSpPr>
            <a:spLocks noGrp="1"/>
          </p:cNvSpPr>
          <p:nvPr>
            <p:ph type="body" idx="18" hasCustomPrompt="1"/>
          </p:nvPr>
        </p:nvSpPr>
        <p:spPr>
          <a:xfrm>
            <a:off x="6382512" y="2304288"/>
            <a:ext cx="233172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141529"/>
                </a:solidFill>
                <a:latin typeface="DM Sans"/>
              </a:rPr>
              <a:t>Subtitle</a:t>
            </a:r>
          </a:p>
        </p:txBody>
      </p:sp>
      <p:cxnSp>
        <p:nvCxnSpPr>
          <p:cNvPr id="18" name="card 3 accent [line=primary; width=0.75]"/>
          <p:cNvCxnSpPr/>
          <p:nvPr/>
        </p:nvCxnSpPr>
        <p:spPr>
          <a:xfrm>
            <a:off x="6391656" y="2962656"/>
            <a:ext cx="685800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19" name="bullets 3 [slot=bullets 3; role=body; color=text.light_background.body; bullets=yes]"/>
          <p:cNvSpPr>
            <a:spLocks noGrp="1"/>
          </p:cNvSpPr>
          <p:nvPr>
            <p:ph type="body" idx="19" hasCustomPrompt="1"/>
          </p:nvPr>
        </p:nvSpPr>
        <p:spPr>
          <a:xfrm>
            <a:off x="6382512" y="3099816"/>
            <a:ext cx="233172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3A3D52"/>
                </a:solidFill>
                <a:latin typeface="DM Sans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ards · dark [background=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role=title; color=text.dark_background.heading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FFFFFF"/>
                </a:solidFill>
                <a:latin typeface="DM Sans"/>
              </a:rPr>
              <a:t>Slide title</a:t>
            </a:r>
          </a:p>
        </p:txBody>
      </p:sp>
      <p:cxnSp>
        <p:nvCxnSpPr>
          <p:cNvPr id="4" name="title rule [line=lines.title_rule_dark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FAFAFA"/>
            </a:solidFill>
          </a:ln>
        </p:spPr>
      </p:cxnSp>
      <p:sp>
        <p:nvSpPr>
          <p:cNvPr id="5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  <p:sp>
        <p:nvSpPr>
          <p:cNvPr id="6" name="card 1 [gradient=surfaces.card_dark_gradient; angle=135; shadow=surfaces.shadow_dark; blur=169; dist=8]"/>
          <p:cNvSpPr/>
          <p:nvPr/>
        </p:nvSpPr>
        <p:spPr>
          <a:xfrm>
            <a:off x="265176" y="1179576"/>
            <a:ext cx="2670048" cy="3200400"/>
          </a:xfrm>
          <a:prstGeom prst="roundRect">
            <a:avLst>
              <a:gd name="adj" fmla="val 6200"/>
            </a:avLst>
          </a:prstGeom>
          <a:gradFill rotWithShape="1">
            <a:gsLst>
              <a:gs pos="0">
                <a:srgbClr val="000070">
                  <a:alpha val="24000"/>
                </a:srgbClr>
              </a:gs>
              <a:gs pos="61000">
                <a:srgbClr val="0033FF">
                  <a:alpha val="28000"/>
                </a:srgbClr>
              </a:gs>
              <a:gs pos="73000">
                <a:srgbClr val="0033FF">
                  <a:alpha val="45000"/>
                </a:srgbClr>
              </a:gs>
              <a:gs pos="100000">
                <a:srgbClr val="001C8A">
                  <a:alpha val="26000"/>
                </a:srgbClr>
              </a:gs>
            </a:gsLst>
            <a:lin ang="8100000" scaled="0"/>
          </a:gradFill>
          <a:ln>
            <a:noFill/>
          </a:ln>
          <a:effectLst>
            <a:outerShdw blurRad="2146300" dist="101600" dir="5400000" algn="t" rotWithShape="0">
              <a:srgbClr val="000000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title 1 [slot=title 1; style=title; size=18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475488" y="1828800"/>
            <a:ext cx="2231136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DM Sans"/>
              </a:rPr>
              <a:t>Title</a:t>
            </a:r>
          </a:p>
        </p:txBody>
      </p:sp>
      <p:sp>
        <p:nvSpPr>
          <p:cNvPr id="8" name="subtitle 1 [slot=subtitle 1; role=emphasis; color=text.dark_background.heading]"/>
          <p:cNvSpPr>
            <a:spLocks noGrp="1"/>
          </p:cNvSpPr>
          <p:nvPr>
            <p:ph type="body" idx="12" hasCustomPrompt="1"/>
          </p:nvPr>
        </p:nvSpPr>
        <p:spPr>
          <a:xfrm>
            <a:off x="466344" y="2304288"/>
            <a:ext cx="233172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  <p:cxnSp>
        <p:nvCxnSpPr>
          <p:cNvPr id="9" name="card 1 accent [line=lines.title_slide_rule; width=0.75]"/>
          <p:cNvCxnSpPr/>
          <p:nvPr/>
        </p:nvCxnSpPr>
        <p:spPr>
          <a:xfrm>
            <a:off x="475488" y="2962656"/>
            <a:ext cx="685800" cy="0"/>
          </a:xfrm>
          <a:prstGeom prst="line">
            <a:avLst/>
          </a:prstGeom>
          <a:ln w="9525">
            <a:solidFill>
              <a:srgbClr val="33ADFF"/>
            </a:solidFill>
          </a:ln>
        </p:spPr>
      </p:cxnSp>
      <p:sp>
        <p:nvSpPr>
          <p:cNvPr id="10" name="bullets 1 [slot=bullets 1; role=body; color=text.dark_background.heading; bullets=yes]"/>
          <p:cNvSpPr>
            <a:spLocks noGrp="1"/>
          </p:cNvSpPr>
          <p:nvPr>
            <p:ph type="body" idx="13" hasCustomPrompt="1"/>
          </p:nvPr>
        </p:nvSpPr>
        <p:spPr>
          <a:xfrm>
            <a:off x="466344" y="3099816"/>
            <a:ext cx="233172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Point</a:t>
            </a:r>
          </a:p>
        </p:txBody>
      </p:sp>
      <p:sp>
        <p:nvSpPr>
          <p:cNvPr id="11" name="card 2 [gradient=surfaces.card_dark_gradient; angle=135; shadow=surfaces.shadow_dark; blur=169; dist=8]"/>
          <p:cNvSpPr/>
          <p:nvPr/>
        </p:nvSpPr>
        <p:spPr>
          <a:xfrm>
            <a:off x="3218688" y="1179576"/>
            <a:ext cx="2670048" cy="3200400"/>
          </a:xfrm>
          <a:prstGeom prst="roundRect">
            <a:avLst>
              <a:gd name="adj" fmla="val 6200"/>
            </a:avLst>
          </a:prstGeom>
          <a:gradFill rotWithShape="1">
            <a:gsLst>
              <a:gs pos="0">
                <a:srgbClr val="000070">
                  <a:alpha val="24000"/>
                </a:srgbClr>
              </a:gs>
              <a:gs pos="61000">
                <a:srgbClr val="0033FF">
                  <a:alpha val="28000"/>
                </a:srgbClr>
              </a:gs>
              <a:gs pos="73000">
                <a:srgbClr val="0033FF">
                  <a:alpha val="45000"/>
                </a:srgbClr>
              </a:gs>
              <a:gs pos="100000">
                <a:srgbClr val="001C8A">
                  <a:alpha val="26000"/>
                </a:srgbClr>
              </a:gs>
            </a:gsLst>
            <a:lin ang="8100000" scaled="0"/>
          </a:gradFill>
          <a:ln>
            <a:noFill/>
          </a:ln>
          <a:effectLst>
            <a:outerShdw blurRad="2146300" dist="101600" dir="5400000" algn="t" rotWithShape="0">
              <a:srgbClr val="000000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title 2 [slot=title 2; style=title; size=18; color=text.dark_background.heading]"/>
          <p:cNvSpPr>
            <a:spLocks noGrp="1"/>
          </p:cNvSpPr>
          <p:nvPr>
            <p:ph type="body" idx="14" hasCustomPrompt="1"/>
          </p:nvPr>
        </p:nvSpPr>
        <p:spPr>
          <a:xfrm>
            <a:off x="3429000" y="1828800"/>
            <a:ext cx="2231136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DM Sans"/>
              </a:rPr>
              <a:t>Title</a:t>
            </a:r>
          </a:p>
        </p:txBody>
      </p:sp>
      <p:sp>
        <p:nvSpPr>
          <p:cNvPr id="13" name="subtitle 2 [slot=subtitle 2; role=emphasis; color=text.dark_background.heading]"/>
          <p:cNvSpPr>
            <a:spLocks noGrp="1"/>
          </p:cNvSpPr>
          <p:nvPr>
            <p:ph type="body" idx="15" hasCustomPrompt="1"/>
          </p:nvPr>
        </p:nvSpPr>
        <p:spPr>
          <a:xfrm>
            <a:off x="3419856" y="2304288"/>
            <a:ext cx="233172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  <p:cxnSp>
        <p:nvCxnSpPr>
          <p:cNvPr id="14" name="card 2 accent [line=lines.title_slide_rule; width=0.75]"/>
          <p:cNvCxnSpPr/>
          <p:nvPr/>
        </p:nvCxnSpPr>
        <p:spPr>
          <a:xfrm>
            <a:off x="3429000" y="2962656"/>
            <a:ext cx="685800" cy="0"/>
          </a:xfrm>
          <a:prstGeom prst="line">
            <a:avLst/>
          </a:prstGeom>
          <a:ln w="9525">
            <a:solidFill>
              <a:srgbClr val="33ADFF"/>
            </a:solidFill>
          </a:ln>
        </p:spPr>
      </p:cxnSp>
      <p:sp>
        <p:nvSpPr>
          <p:cNvPr id="15" name="bullets 2 [slot=bullets 2; role=body; color=text.dark_background.heading; bullets=yes]"/>
          <p:cNvSpPr>
            <a:spLocks noGrp="1"/>
          </p:cNvSpPr>
          <p:nvPr>
            <p:ph type="body" idx="16" hasCustomPrompt="1"/>
          </p:nvPr>
        </p:nvSpPr>
        <p:spPr>
          <a:xfrm>
            <a:off x="3419856" y="3099816"/>
            <a:ext cx="233172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Point</a:t>
            </a:r>
          </a:p>
        </p:txBody>
      </p:sp>
      <p:sp>
        <p:nvSpPr>
          <p:cNvPr id="16" name="card 3 [gradient=surfaces.card_dark_gradient; angle=135; shadow=surfaces.shadow_dark; blur=169; dist=8]"/>
          <p:cNvSpPr/>
          <p:nvPr/>
        </p:nvSpPr>
        <p:spPr>
          <a:xfrm>
            <a:off x="6181344" y="1179576"/>
            <a:ext cx="2670048" cy="3200400"/>
          </a:xfrm>
          <a:prstGeom prst="roundRect">
            <a:avLst>
              <a:gd name="adj" fmla="val 6200"/>
            </a:avLst>
          </a:prstGeom>
          <a:gradFill rotWithShape="1">
            <a:gsLst>
              <a:gs pos="0">
                <a:srgbClr val="000070">
                  <a:alpha val="24000"/>
                </a:srgbClr>
              </a:gs>
              <a:gs pos="61000">
                <a:srgbClr val="0033FF">
                  <a:alpha val="28000"/>
                </a:srgbClr>
              </a:gs>
              <a:gs pos="73000">
                <a:srgbClr val="0033FF">
                  <a:alpha val="45000"/>
                </a:srgbClr>
              </a:gs>
              <a:gs pos="100000">
                <a:srgbClr val="001C8A">
                  <a:alpha val="26000"/>
                </a:srgbClr>
              </a:gs>
            </a:gsLst>
            <a:lin ang="8100000" scaled="0"/>
          </a:gradFill>
          <a:ln>
            <a:noFill/>
          </a:ln>
          <a:effectLst>
            <a:outerShdw blurRad="2146300" dist="101600" dir="5400000" algn="t" rotWithShape="0">
              <a:srgbClr val="000000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title 3 [slot=title 3; style=title; size=18; color=text.dark_background.heading]"/>
          <p:cNvSpPr>
            <a:spLocks noGrp="1"/>
          </p:cNvSpPr>
          <p:nvPr>
            <p:ph type="body" idx="17" hasCustomPrompt="1"/>
          </p:nvPr>
        </p:nvSpPr>
        <p:spPr>
          <a:xfrm>
            <a:off x="6391656" y="1828800"/>
            <a:ext cx="2231136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DM Sans"/>
              </a:rPr>
              <a:t>Title</a:t>
            </a:r>
          </a:p>
        </p:txBody>
      </p:sp>
      <p:sp>
        <p:nvSpPr>
          <p:cNvPr id="18" name="subtitle 3 [slot=subtitle 3; role=emphasis; color=text.dark_background.heading]"/>
          <p:cNvSpPr>
            <a:spLocks noGrp="1"/>
          </p:cNvSpPr>
          <p:nvPr>
            <p:ph type="body" idx="18" hasCustomPrompt="1"/>
          </p:nvPr>
        </p:nvSpPr>
        <p:spPr>
          <a:xfrm>
            <a:off x="6382512" y="2304288"/>
            <a:ext cx="233172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  <p:cxnSp>
        <p:nvCxnSpPr>
          <p:cNvPr id="19" name="card 3 accent [line=lines.title_slide_rule; width=0.75]"/>
          <p:cNvCxnSpPr/>
          <p:nvPr/>
        </p:nvCxnSpPr>
        <p:spPr>
          <a:xfrm>
            <a:off x="6391656" y="2962656"/>
            <a:ext cx="685800" cy="0"/>
          </a:xfrm>
          <a:prstGeom prst="line">
            <a:avLst/>
          </a:prstGeom>
          <a:ln w="9525">
            <a:solidFill>
              <a:srgbClr val="33ADFF"/>
            </a:solidFill>
          </a:ln>
        </p:spPr>
      </p:cxnSp>
      <p:sp>
        <p:nvSpPr>
          <p:cNvPr id="20" name="bullets 3 [slot=bullets 3; role=body; color=text.dark_background.heading; bullets=yes]"/>
          <p:cNvSpPr>
            <a:spLocks noGrp="1"/>
          </p:cNvSpPr>
          <p:nvPr>
            <p:ph type="body" idx="19" hasCustomPrompt="1"/>
          </p:nvPr>
        </p:nvSpPr>
        <p:spPr>
          <a:xfrm>
            <a:off x="6382512" y="3099816"/>
            <a:ext cx="233172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ards [background=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[slot=title; role=title; color=text.light_background.title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000000"/>
                </a:solidFill>
                <a:latin typeface="DM Sans"/>
              </a:rPr>
              <a:t>Slide title</a:t>
            </a:r>
          </a:p>
        </p:txBody>
      </p:sp>
      <p:cxnSp>
        <p:nvCxnSpPr>
          <p:cNvPr id="3" name="title rule [line=lines.title_rule_light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4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  <p:sp>
        <p:nvSpPr>
          <p:cNvPr id="5" name="card 1 [fill=surfaces.card_light; outline=lines.divider_light; shadow=surfaces.shadow_light; blur=12; dist=3]"/>
          <p:cNvSpPr/>
          <p:nvPr/>
        </p:nvSpPr>
        <p:spPr>
          <a:xfrm>
            <a:off x="265176" y="1179576"/>
            <a:ext cx="2011680" cy="3136392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12700">
            <a:solidFill>
              <a:srgbClr val="D5D9E8"/>
            </a:solidFill>
          </a:ln>
          <a:effectLst>
            <a:outerShdw blurRad="152400" dist="38100" dir="5400000" algn="t" rotWithShape="0">
              <a:srgbClr val="1A2358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itle 1 [slot=title 1; style=title; size=16; color=text.light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475488" y="1764792"/>
            <a:ext cx="162763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600">
                <a:solidFill>
                  <a:srgbClr val="141529"/>
                </a:solidFill>
                <a:latin typeface="DM Sans"/>
              </a:rPr>
              <a:t>Title</a:t>
            </a:r>
          </a:p>
        </p:txBody>
      </p:sp>
      <p:sp>
        <p:nvSpPr>
          <p:cNvPr id="7" name="subtitle 1 [slot=subtitle 1; role=emphasis; color=text.light_background.heading]"/>
          <p:cNvSpPr>
            <a:spLocks noGrp="1"/>
          </p:cNvSpPr>
          <p:nvPr>
            <p:ph type="body" idx="12" hasCustomPrompt="1"/>
          </p:nvPr>
        </p:nvSpPr>
        <p:spPr>
          <a:xfrm>
            <a:off x="466344" y="2240280"/>
            <a:ext cx="169164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141529"/>
                </a:solidFill>
                <a:latin typeface="DM Sans"/>
              </a:rPr>
              <a:t>Subtitle</a:t>
            </a:r>
          </a:p>
        </p:txBody>
      </p:sp>
      <p:cxnSp>
        <p:nvCxnSpPr>
          <p:cNvPr id="8" name="card 1 accent [line=primary; width=0.75]"/>
          <p:cNvCxnSpPr/>
          <p:nvPr/>
        </p:nvCxnSpPr>
        <p:spPr>
          <a:xfrm>
            <a:off x="475488" y="2898648"/>
            <a:ext cx="685800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9" name="bullets 1 [slot=bullets 1; role=body; color=text.light_background.body; bullets=yes]"/>
          <p:cNvSpPr>
            <a:spLocks noGrp="1"/>
          </p:cNvSpPr>
          <p:nvPr>
            <p:ph type="body" idx="13" hasCustomPrompt="1"/>
          </p:nvPr>
        </p:nvSpPr>
        <p:spPr>
          <a:xfrm>
            <a:off x="466344" y="3035808"/>
            <a:ext cx="1691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3A3D52"/>
                </a:solidFill>
                <a:latin typeface="DM Sans"/>
              </a:rPr>
              <a:t>Point</a:t>
            </a:r>
          </a:p>
        </p:txBody>
      </p:sp>
      <p:sp>
        <p:nvSpPr>
          <p:cNvPr id="10" name="card 2 [fill=surfaces.card_light; outline=lines.divider_light; shadow=surfaces.shadow_light; blur=12; dist=3]"/>
          <p:cNvSpPr/>
          <p:nvPr/>
        </p:nvSpPr>
        <p:spPr>
          <a:xfrm>
            <a:off x="2459736" y="1179576"/>
            <a:ext cx="2011680" cy="3136392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12700">
            <a:solidFill>
              <a:srgbClr val="D5D9E8"/>
            </a:solidFill>
          </a:ln>
          <a:effectLst>
            <a:outerShdw blurRad="152400" dist="38100" dir="5400000" algn="t" rotWithShape="0">
              <a:srgbClr val="1A2358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itle 2 [slot=title 2; style=title; size=16; color=text.light_background.heading]"/>
          <p:cNvSpPr>
            <a:spLocks noGrp="1"/>
          </p:cNvSpPr>
          <p:nvPr>
            <p:ph type="body" idx="14" hasCustomPrompt="1"/>
          </p:nvPr>
        </p:nvSpPr>
        <p:spPr>
          <a:xfrm>
            <a:off x="2670048" y="1764792"/>
            <a:ext cx="162763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600">
                <a:solidFill>
                  <a:srgbClr val="141529"/>
                </a:solidFill>
                <a:latin typeface="DM Sans"/>
              </a:rPr>
              <a:t>Title</a:t>
            </a:r>
          </a:p>
        </p:txBody>
      </p:sp>
      <p:sp>
        <p:nvSpPr>
          <p:cNvPr id="12" name="subtitle 2 [slot=subtitle 2; role=emphasis; color=text.light_background.heading]"/>
          <p:cNvSpPr>
            <a:spLocks noGrp="1"/>
          </p:cNvSpPr>
          <p:nvPr>
            <p:ph type="body" idx="15" hasCustomPrompt="1"/>
          </p:nvPr>
        </p:nvSpPr>
        <p:spPr>
          <a:xfrm>
            <a:off x="2660904" y="2240280"/>
            <a:ext cx="169164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141529"/>
                </a:solidFill>
                <a:latin typeface="DM Sans"/>
              </a:rPr>
              <a:t>Subtitle</a:t>
            </a:r>
          </a:p>
        </p:txBody>
      </p:sp>
      <p:cxnSp>
        <p:nvCxnSpPr>
          <p:cNvPr id="13" name="card 2 accent [line=primary; width=0.75]"/>
          <p:cNvCxnSpPr/>
          <p:nvPr/>
        </p:nvCxnSpPr>
        <p:spPr>
          <a:xfrm>
            <a:off x="2670048" y="2898648"/>
            <a:ext cx="685800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14" name="bullets 2 [slot=bullets 2; role=body; color=text.light_background.body; bullets=yes]"/>
          <p:cNvSpPr>
            <a:spLocks noGrp="1"/>
          </p:cNvSpPr>
          <p:nvPr>
            <p:ph type="body" idx="16" hasCustomPrompt="1"/>
          </p:nvPr>
        </p:nvSpPr>
        <p:spPr>
          <a:xfrm>
            <a:off x="2660904" y="3035808"/>
            <a:ext cx="1691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3A3D52"/>
                </a:solidFill>
                <a:latin typeface="DM Sans"/>
              </a:rPr>
              <a:t>Point</a:t>
            </a:r>
          </a:p>
        </p:txBody>
      </p:sp>
      <p:sp>
        <p:nvSpPr>
          <p:cNvPr id="15" name="card 3 [fill=surfaces.card_light; outline=lines.divider_light; shadow=surfaces.shadow_light; blur=12; dist=3]"/>
          <p:cNvSpPr/>
          <p:nvPr/>
        </p:nvSpPr>
        <p:spPr>
          <a:xfrm>
            <a:off x="4654296" y="1179576"/>
            <a:ext cx="2011680" cy="3136392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12700">
            <a:solidFill>
              <a:srgbClr val="D5D9E8"/>
            </a:solidFill>
          </a:ln>
          <a:effectLst>
            <a:outerShdw blurRad="152400" dist="38100" dir="5400000" algn="t" rotWithShape="0">
              <a:srgbClr val="1A2358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title 3 [slot=title 3; style=title; size=16; color=text.light_background.heading]"/>
          <p:cNvSpPr>
            <a:spLocks noGrp="1"/>
          </p:cNvSpPr>
          <p:nvPr>
            <p:ph type="body" idx="17" hasCustomPrompt="1"/>
          </p:nvPr>
        </p:nvSpPr>
        <p:spPr>
          <a:xfrm>
            <a:off x="4864608" y="1764792"/>
            <a:ext cx="162763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600">
                <a:solidFill>
                  <a:srgbClr val="141529"/>
                </a:solidFill>
                <a:latin typeface="DM Sans"/>
              </a:rPr>
              <a:t>Title</a:t>
            </a:r>
          </a:p>
        </p:txBody>
      </p:sp>
      <p:sp>
        <p:nvSpPr>
          <p:cNvPr id="17" name="subtitle 3 [slot=subtitle 3; role=emphasis; color=text.light_background.heading]"/>
          <p:cNvSpPr>
            <a:spLocks noGrp="1"/>
          </p:cNvSpPr>
          <p:nvPr>
            <p:ph type="body" idx="18" hasCustomPrompt="1"/>
          </p:nvPr>
        </p:nvSpPr>
        <p:spPr>
          <a:xfrm>
            <a:off x="4855464" y="2240280"/>
            <a:ext cx="169164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141529"/>
                </a:solidFill>
                <a:latin typeface="DM Sans"/>
              </a:rPr>
              <a:t>Subtitle</a:t>
            </a:r>
          </a:p>
        </p:txBody>
      </p:sp>
      <p:cxnSp>
        <p:nvCxnSpPr>
          <p:cNvPr id="18" name="card 3 accent [line=primary; width=0.75]"/>
          <p:cNvCxnSpPr/>
          <p:nvPr/>
        </p:nvCxnSpPr>
        <p:spPr>
          <a:xfrm>
            <a:off x="4864608" y="2898648"/>
            <a:ext cx="685800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19" name="bullets 3 [slot=bullets 3; role=body; color=text.light_background.body; bullets=yes]"/>
          <p:cNvSpPr>
            <a:spLocks noGrp="1"/>
          </p:cNvSpPr>
          <p:nvPr>
            <p:ph type="body" idx="19" hasCustomPrompt="1"/>
          </p:nvPr>
        </p:nvSpPr>
        <p:spPr>
          <a:xfrm>
            <a:off x="4855464" y="3035808"/>
            <a:ext cx="1691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3A3D52"/>
                </a:solidFill>
                <a:latin typeface="DM Sans"/>
              </a:rPr>
              <a:t>Point</a:t>
            </a:r>
          </a:p>
        </p:txBody>
      </p:sp>
      <p:sp>
        <p:nvSpPr>
          <p:cNvPr id="20" name="card 4 [fill=surfaces.card_light; outline=lines.divider_light; shadow=surfaces.shadow_light; blur=12; dist=3]"/>
          <p:cNvSpPr/>
          <p:nvPr/>
        </p:nvSpPr>
        <p:spPr>
          <a:xfrm>
            <a:off x="6839712" y="1179576"/>
            <a:ext cx="2011680" cy="3136392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12700">
            <a:solidFill>
              <a:srgbClr val="D5D9E8"/>
            </a:solidFill>
          </a:ln>
          <a:effectLst>
            <a:outerShdw blurRad="152400" dist="38100" dir="5400000" algn="t" rotWithShape="0">
              <a:srgbClr val="1A2358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itle 4 [slot=title 4; style=title; size=16; color=text.light_background.heading]"/>
          <p:cNvSpPr>
            <a:spLocks noGrp="1"/>
          </p:cNvSpPr>
          <p:nvPr>
            <p:ph type="body" idx="20" hasCustomPrompt="1"/>
          </p:nvPr>
        </p:nvSpPr>
        <p:spPr>
          <a:xfrm>
            <a:off x="7050024" y="1764792"/>
            <a:ext cx="162763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600">
                <a:solidFill>
                  <a:srgbClr val="141529"/>
                </a:solidFill>
                <a:latin typeface="DM Sans"/>
              </a:rPr>
              <a:t>Title</a:t>
            </a:r>
          </a:p>
        </p:txBody>
      </p:sp>
      <p:sp>
        <p:nvSpPr>
          <p:cNvPr id="22" name="subtitle 4 [slot=subtitle 4; role=emphasis; color=text.light_background.heading]"/>
          <p:cNvSpPr>
            <a:spLocks noGrp="1"/>
          </p:cNvSpPr>
          <p:nvPr>
            <p:ph type="body" idx="21" hasCustomPrompt="1"/>
          </p:nvPr>
        </p:nvSpPr>
        <p:spPr>
          <a:xfrm>
            <a:off x="7040880" y="2240280"/>
            <a:ext cx="169164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141529"/>
                </a:solidFill>
                <a:latin typeface="DM Sans"/>
              </a:rPr>
              <a:t>Subtitle</a:t>
            </a:r>
          </a:p>
        </p:txBody>
      </p:sp>
      <p:cxnSp>
        <p:nvCxnSpPr>
          <p:cNvPr id="23" name="card 4 accent [line=primary; width=0.75]"/>
          <p:cNvCxnSpPr/>
          <p:nvPr/>
        </p:nvCxnSpPr>
        <p:spPr>
          <a:xfrm>
            <a:off x="7050024" y="2898648"/>
            <a:ext cx="685800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24" name="bullets 4 [slot=bullets 4; role=body; color=text.light_background.body; bullets=yes]"/>
          <p:cNvSpPr>
            <a:spLocks noGrp="1"/>
          </p:cNvSpPr>
          <p:nvPr>
            <p:ph type="body" idx="22" hasCustomPrompt="1"/>
          </p:nvPr>
        </p:nvSpPr>
        <p:spPr>
          <a:xfrm>
            <a:off x="7040880" y="3035808"/>
            <a:ext cx="1691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3A3D52"/>
                </a:solidFill>
                <a:latin typeface="DM Sans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ards · dark [background=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role=title; color=text.dark_background.heading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FFFFFF"/>
                </a:solidFill>
                <a:latin typeface="DM Sans"/>
              </a:rPr>
              <a:t>Slide title</a:t>
            </a:r>
          </a:p>
        </p:txBody>
      </p:sp>
      <p:cxnSp>
        <p:nvCxnSpPr>
          <p:cNvPr id="4" name="title rule [line=lines.title_rule_dark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FAFAFA"/>
            </a:solidFill>
          </a:ln>
        </p:spPr>
      </p:cxnSp>
      <p:sp>
        <p:nvSpPr>
          <p:cNvPr id="5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  <p:sp>
        <p:nvSpPr>
          <p:cNvPr id="6" name="card 1 [gradient=surfaces.card_dark_gradient; angle=135; shadow=surfaces.shadow_dark; blur=169; dist=8]"/>
          <p:cNvSpPr/>
          <p:nvPr/>
        </p:nvSpPr>
        <p:spPr>
          <a:xfrm>
            <a:off x="265176" y="1179576"/>
            <a:ext cx="2011680" cy="3136392"/>
          </a:xfrm>
          <a:prstGeom prst="roundRect">
            <a:avLst>
              <a:gd name="adj" fmla="val 6200"/>
            </a:avLst>
          </a:prstGeom>
          <a:gradFill rotWithShape="1">
            <a:gsLst>
              <a:gs pos="0">
                <a:srgbClr val="000070">
                  <a:alpha val="24000"/>
                </a:srgbClr>
              </a:gs>
              <a:gs pos="61000">
                <a:srgbClr val="0033FF">
                  <a:alpha val="28000"/>
                </a:srgbClr>
              </a:gs>
              <a:gs pos="73000">
                <a:srgbClr val="0033FF">
                  <a:alpha val="45000"/>
                </a:srgbClr>
              </a:gs>
              <a:gs pos="100000">
                <a:srgbClr val="001C8A">
                  <a:alpha val="26000"/>
                </a:srgbClr>
              </a:gs>
            </a:gsLst>
            <a:lin ang="8100000" scaled="0"/>
          </a:gradFill>
          <a:ln>
            <a:noFill/>
          </a:ln>
          <a:effectLst>
            <a:outerShdw blurRad="2146300" dist="101600" dir="5400000" algn="t" rotWithShape="0">
              <a:srgbClr val="000000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title 1 [slot=title 1; style=title; size=16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475488" y="1764792"/>
            <a:ext cx="162763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600">
                <a:solidFill>
                  <a:srgbClr val="FFFFFF"/>
                </a:solidFill>
                <a:latin typeface="DM Sans"/>
              </a:rPr>
              <a:t>Title</a:t>
            </a:r>
          </a:p>
        </p:txBody>
      </p:sp>
      <p:sp>
        <p:nvSpPr>
          <p:cNvPr id="8" name="subtitle 1 [slot=subtitle 1; role=emphasis; color=text.dark_background.heading]"/>
          <p:cNvSpPr>
            <a:spLocks noGrp="1"/>
          </p:cNvSpPr>
          <p:nvPr>
            <p:ph type="body" idx="12" hasCustomPrompt="1"/>
          </p:nvPr>
        </p:nvSpPr>
        <p:spPr>
          <a:xfrm>
            <a:off x="466344" y="2240280"/>
            <a:ext cx="169164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  <p:cxnSp>
        <p:nvCxnSpPr>
          <p:cNvPr id="9" name="card 1 accent [line=lines.title_slide_rule; width=0.75]"/>
          <p:cNvCxnSpPr/>
          <p:nvPr/>
        </p:nvCxnSpPr>
        <p:spPr>
          <a:xfrm>
            <a:off x="475488" y="2898648"/>
            <a:ext cx="685800" cy="0"/>
          </a:xfrm>
          <a:prstGeom prst="line">
            <a:avLst/>
          </a:prstGeom>
          <a:ln w="9525">
            <a:solidFill>
              <a:srgbClr val="33ADFF"/>
            </a:solidFill>
          </a:ln>
        </p:spPr>
      </p:cxnSp>
      <p:sp>
        <p:nvSpPr>
          <p:cNvPr id="10" name="bullets 1 [slot=bullets 1; role=body; color=text.dark_background.heading; bullets=yes]"/>
          <p:cNvSpPr>
            <a:spLocks noGrp="1"/>
          </p:cNvSpPr>
          <p:nvPr>
            <p:ph type="body" idx="13" hasCustomPrompt="1"/>
          </p:nvPr>
        </p:nvSpPr>
        <p:spPr>
          <a:xfrm>
            <a:off x="466344" y="3035808"/>
            <a:ext cx="1691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Point</a:t>
            </a:r>
          </a:p>
        </p:txBody>
      </p:sp>
      <p:sp>
        <p:nvSpPr>
          <p:cNvPr id="11" name="card 2 [gradient=surfaces.card_dark_gradient; angle=135; shadow=surfaces.shadow_dark; blur=169; dist=8]"/>
          <p:cNvSpPr/>
          <p:nvPr/>
        </p:nvSpPr>
        <p:spPr>
          <a:xfrm>
            <a:off x="2459736" y="1179576"/>
            <a:ext cx="2011680" cy="3136392"/>
          </a:xfrm>
          <a:prstGeom prst="roundRect">
            <a:avLst>
              <a:gd name="adj" fmla="val 6200"/>
            </a:avLst>
          </a:prstGeom>
          <a:gradFill rotWithShape="1">
            <a:gsLst>
              <a:gs pos="0">
                <a:srgbClr val="000070">
                  <a:alpha val="24000"/>
                </a:srgbClr>
              </a:gs>
              <a:gs pos="61000">
                <a:srgbClr val="0033FF">
                  <a:alpha val="28000"/>
                </a:srgbClr>
              </a:gs>
              <a:gs pos="73000">
                <a:srgbClr val="0033FF">
                  <a:alpha val="45000"/>
                </a:srgbClr>
              </a:gs>
              <a:gs pos="100000">
                <a:srgbClr val="001C8A">
                  <a:alpha val="26000"/>
                </a:srgbClr>
              </a:gs>
            </a:gsLst>
            <a:lin ang="8100000" scaled="0"/>
          </a:gradFill>
          <a:ln>
            <a:noFill/>
          </a:ln>
          <a:effectLst>
            <a:outerShdw blurRad="2146300" dist="101600" dir="5400000" algn="t" rotWithShape="0">
              <a:srgbClr val="000000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title 2 [slot=title 2; style=title; size=16; color=text.dark_background.heading]"/>
          <p:cNvSpPr>
            <a:spLocks noGrp="1"/>
          </p:cNvSpPr>
          <p:nvPr>
            <p:ph type="body" idx="14" hasCustomPrompt="1"/>
          </p:nvPr>
        </p:nvSpPr>
        <p:spPr>
          <a:xfrm>
            <a:off x="2670048" y="1764792"/>
            <a:ext cx="162763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600">
                <a:solidFill>
                  <a:srgbClr val="FFFFFF"/>
                </a:solidFill>
                <a:latin typeface="DM Sans"/>
              </a:rPr>
              <a:t>Title</a:t>
            </a:r>
          </a:p>
        </p:txBody>
      </p:sp>
      <p:sp>
        <p:nvSpPr>
          <p:cNvPr id="13" name="subtitle 2 [slot=subtitle 2; role=emphasis; color=text.dark_background.heading]"/>
          <p:cNvSpPr>
            <a:spLocks noGrp="1"/>
          </p:cNvSpPr>
          <p:nvPr>
            <p:ph type="body" idx="15" hasCustomPrompt="1"/>
          </p:nvPr>
        </p:nvSpPr>
        <p:spPr>
          <a:xfrm>
            <a:off x="2660904" y="2240280"/>
            <a:ext cx="169164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  <p:cxnSp>
        <p:nvCxnSpPr>
          <p:cNvPr id="14" name="card 2 accent [line=lines.title_slide_rule; width=0.75]"/>
          <p:cNvCxnSpPr/>
          <p:nvPr/>
        </p:nvCxnSpPr>
        <p:spPr>
          <a:xfrm>
            <a:off x="2670048" y="2898648"/>
            <a:ext cx="685800" cy="0"/>
          </a:xfrm>
          <a:prstGeom prst="line">
            <a:avLst/>
          </a:prstGeom>
          <a:ln w="9525">
            <a:solidFill>
              <a:srgbClr val="33ADFF"/>
            </a:solidFill>
          </a:ln>
        </p:spPr>
      </p:cxnSp>
      <p:sp>
        <p:nvSpPr>
          <p:cNvPr id="15" name="bullets 2 [slot=bullets 2; role=body; color=text.dark_background.heading; bullets=yes]"/>
          <p:cNvSpPr>
            <a:spLocks noGrp="1"/>
          </p:cNvSpPr>
          <p:nvPr>
            <p:ph type="body" idx="16" hasCustomPrompt="1"/>
          </p:nvPr>
        </p:nvSpPr>
        <p:spPr>
          <a:xfrm>
            <a:off x="2660904" y="3035808"/>
            <a:ext cx="1691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Point</a:t>
            </a:r>
          </a:p>
        </p:txBody>
      </p:sp>
      <p:sp>
        <p:nvSpPr>
          <p:cNvPr id="16" name="card 3 [gradient=surfaces.card_dark_gradient; angle=135; shadow=surfaces.shadow_dark; blur=169; dist=8]"/>
          <p:cNvSpPr/>
          <p:nvPr/>
        </p:nvSpPr>
        <p:spPr>
          <a:xfrm>
            <a:off x="4654296" y="1179576"/>
            <a:ext cx="2011680" cy="3136392"/>
          </a:xfrm>
          <a:prstGeom prst="roundRect">
            <a:avLst>
              <a:gd name="adj" fmla="val 6200"/>
            </a:avLst>
          </a:prstGeom>
          <a:gradFill rotWithShape="1">
            <a:gsLst>
              <a:gs pos="0">
                <a:srgbClr val="000070">
                  <a:alpha val="24000"/>
                </a:srgbClr>
              </a:gs>
              <a:gs pos="61000">
                <a:srgbClr val="0033FF">
                  <a:alpha val="28000"/>
                </a:srgbClr>
              </a:gs>
              <a:gs pos="73000">
                <a:srgbClr val="0033FF">
                  <a:alpha val="45000"/>
                </a:srgbClr>
              </a:gs>
              <a:gs pos="100000">
                <a:srgbClr val="001C8A">
                  <a:alpha val="26000"/>
                </a:srgbClr>
              </a:gs>
            </a:gsLst>
            <a:lin ang="8100000" scaled="0"/>
          </a:gradFill>
          <a:ln>
            <a:noFill/>
          </a:ln>
          <a:effectLst>
            <a:outerShdw blurRad="2146300" dist="101600" dir="5400000" algn="t" rotWithShape="0">
              <a:srgbClr val="000000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title 3 [slot=title 3; style=title; size=16; color=text.dark_background.heading]"/>
          <p:cNvSpPr>
            <a:spLocks noGrp="1"/>
          </p:cNvSpPr>
          <p:nvPr>
            <p:ph type="body" idx="17" hasCustomPrompt="1"/>
          </p:nvPr>
        </p:nvSpPr>
        <p:spPr>
          <a:xfrm>
            <a:off x="4864608" y="1764792"/>
            <a:ext cx="162763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600">
                <a:solidFill>
                  <a:srgbClr val="FFFFFF"/>
                </a:solidFill>
                <a:latin typeface="DM Sans"/>
              </a:rPr>
              <a:t>Title</a:t>
            </a:r>
          </a:p>
        </p:txBody>
      </p:sp>
      <p:sp>
        <p:nvSpPr>
          <p:cNvPr id="18" name="subtitle 3 [slot=subtitle 3; role=emphasis; color=text.dark_background.heading]"/>
          <p:cNvSpPr>
            <a:spLocks noGrp="1"/>
          </p:cNvSpPr>
          <p:nvPr>
            <p:ph type="body" idx="18" hasCustomPrompt="1"/>
          </p:nvPr>
        </p:nvSpPr>
        <p:spPr>
          <a:xfrm>
            <a:off x="4855464" y="2240280"/>
            <a:ext cx="169164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  <p:cxnSp>
        <p:nvCxnSpPr>
          <p:cNvPr id="19" name="card 3 accent [line=lines.title_slide_rule; width=0.75]"/>
          <p:cNvCxnSpPr/>
          <p:nvPr/>
        </p:nvCxnSpPr>
        <p:spPr>
          <a:xfrm>
            <a:off x="4864608" y="2898648"/>
            <a:ext cx="685800" cy="0"/>
          </a:xfrm>
          <a:prstGeom prst="line">
            <a:avLst/>
          </a:prstGeom>
          <a:ln w="9525">
            <a:solidFill>
              <a:srgbClr val="33ADFF"/>
            </a:solidFill>
          </a:ln>
        </p:spPr>
      </p:cxnSp>
      <p:sp>
        <p:nvSpPr>
          <p:cNvPr id="20" name="bullets 3 [slot=bullets 3; role=body; color=text.dark_background.heading; bullets=yes]"/>
          <p:cNvSpPr>
            <a:spLocks noGrp="1"/>
          </p:cNvSpPr>
          <p:nvPr>
            <p:ph type="body" idx="19" hasCustomPrompt="1"/>
          </p:nvPr>
        </p:nvSpPr>
        <p:spPr>
          <a:xfrm>
            <a:off x="4855464" y="3035808"/>
            <a:ext cx="1691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Point</a:t>
            </a:r>
          </a:p>
        </p:txBody>
      </p:sp>
      <p:sp>
        <p:nvSpPr>
          <p:cNvPr id="21" name="card 4 [gradient=surfaces.card_dark_gradient; angle=135; shadow=surfaces.shadow_dark; blur=169; dist=8]"/>
          <p:cNvSpPr/>
          <p:nvPr/>
        </p:nvSpPr>
        <p:spPr>
          <a:xfrm>
            <a:off x="6839712" y="1179576"/>
            <a:ext cx="2011680" cy="3136392"/>
          </a:xfrm>
          <a:prstGeom prst="roundRect">
            <a:avLst>
              <a:gd name="adj" fmla="val 6200"/>
            </a:avLst>
          </a:prstGeom>
          <a:gradFill rotWithShape="1">
            <a:gsLst>
              <a:gs pos="0">
                <a:srgbClr val="000070">
                  <a:alpha val="24000"/>
                </a:srgbClr>
              </a:gs>
              <a:gs pos="61000">
                <a:srgbClr val="0033FF">
                  <a:alpha val="28000"/>
                </a:srgbClr>
              </a:gs>
              <a:gs pos="73000">
                <a:srgbClr val="0033FF">
                  <a:alpha val="45000"/>
                </a:srgbClr>
              </a:gs>
              <a:gs pos="100000">
                <a:srgbClr val="001C8A">
                  <a:alpha val="26000"/>
                </a:srgbClr>
              </a:gs>
            </a:gsLst>
            <a:lin ang="8100000" scaled="0"/>
          </a:gradFill>
          <a:ln>
            <a:noFill/>
          </a:ln>
          <a:effectLst>
            <a:outerShdw blurRad="2146300" dist="101600" dir="5400000" algn="t" rotWithShape="0">
              <a:srgbClr val="000000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title 4 [slot=title 4; style=title; size=16; color=text.dark_background.heading]"/>
          <p:cNvSpPr>
            <a:spLocks noGrp="1"/>
          </p:cNvSpPr>
          <p:nvPr>
            <p:ph type="body" idx="20" hasCustomPrompt="1"/>
          </p:nvPr>
        </p:nvSpPr>
        <p:spPr>
          <a:xfrm>
            <a:off x="7050024" y="1764792"/>
            <a:ext cx="1627632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1600">
                <a:solidFill>
                  <a:srgbClr val="FFFFFF"/>
                </a:solidFill>
                <a:latin typeface="DM Sans"/>
              </a:rPr>
              <a:t>Title</a:t>
            </a:r>
          </a:p>
        </p:txBody>
      </p:sp>
      <p:sp>
        <p:nvSpPr>
          <p:cNvPr id="23" name="subtitle 4 [slot=subtitle 4; role=emphasis; color=text.dark_background.heading]"/>
          <p:cNvSpPr>
            <a:spLocks noGrp="1"/>
          </p:cNvSpPr>
          <p:nvPr>
            <p:ph type="body" idx="21" hasCustomPrompt="1"/>
          </p:nvPr>
        </p:nvSpPr>
        <p:spPr>
          <a:xfrm>
            <a:off x="7040880" y="2240280"/>
            <a:ext cx="1691640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b="1" sz="1100">
                <a:solidFill>
                  <a:srgbClr val="FFFFFF"/>
                </a:solidFill>
                <a:latin typeface="DM Sans"/>
              </a:rPr>
              <a:t>Subtitle</a:t>
            </a:r>
          </a:p>
        </p:txBody>
      </p:sp>
      <p:cxnSp>
        <p:nvCxnSpPr>
          <p:cNvPr id="24" name="card 4 accent [line=lines.title_slide_rule; width=0.75]"/>
          <p:cNvCxnSpPr/>
          <p:nvPr/>
        </p:nvCxnSpPr>
        <p:spPr>
          <a:xfrm>
            <a:off x="7050024" y="2898648"/>
            <a:ext cx="685800" cy="0"/>
          </a:xfrm>
          <a:prstGeom prst="line">
            <a:avLst/>
          </a:prstGeom>
          <a:ln w="9525">
            <a:solidFill>
              <a:srgbClr val="33ADFF"/>
            </a:solidFill>
          </a:ln>
        </p:spPr>
      </p:cxnSp>
      <p:sp>
        <p:nvSpPr>
          <p:cNvPr id="25" name="bullets 4 [slot=bullets 4; role=body; color=text.dark_background.heading; bullets=yes]"/>
          <p:cNvSpPr>
            <a:spLocks noGrp="1"/>
          </p:cNvSpPr>
          <p:nvPr>
            <p:ph type="body" idx="22" hasCustomPrompt="1"/>
          </p:nvPr>
        </p:nvSpPr>
        <p:spPr>
          <a:xfrm>
            <a:off x="7040880" y="3035808"/>
            <a:ext cx="1691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100">
                <a:solidFill>
                  <a:srgbClr val="FFFFFF"/>
                </a:solidFill>
                <a:latin typeface="DM Sans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[background=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[slot=title; role=title; color=text.light_background.title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000000"/>
                </a:solidFill>
                <a:latin typeface="DM Sans"/>
              </a:rPr>
              <a:t>Slide title</a:t>
            </a:r>
          </a:p>
        </p:txBody>
      </p:sp>
      <p:cxnSp>
        <p:nvCxnSpPr>
          <p:cNvPr id="3" name="title rule [line=lines.title_rule_light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4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  <p:sp>
        <p:nvSpPr>
          <p:cNvPr id="5" name="table [slot=table; role=table_cell; color=text.light_background.title]"/>
          <p:cNvSpPr>
            <a:spLocks noGrp="1"/>
          </p:cNvSpPr>
          <p:nvPr>
            <p:ph type="body" idx="11" hasCustomPrompt="1"/>
          </p:nvPr>
        </p:nvSpPr>
        <p:spPr>
          <a:xfrm>
            <a:off x="274320" y="1133856"/>
            <a:ext cx="8586216" cy="3291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000">
                <a:solidFill>
                  <a:srgbClr val="000000"/>
                </a:solidFill>
                <a:latin typeface="DM Sans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[background=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[slot=title; role=title; color=text.light_background.title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000000"/>
                </a:solidFill>
                <a:latin typeface="DM Sans"/>
              </a:rPr>
              <a:t>Slide title</a:t>
            </a:r>
          </a:p>
        </p:txBody>
      </p:sp>
      <p:cxnSp>
        <p:nvCxnSpPr>
          <p:cNvPr id="3" name="title rule [line=lines.title_rule_light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4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  <p:sp>
        <p:nvSpPr>
          <p:cNvPr id="5" name="points [slot=points; role=body; color=text.light_background.body; spacing=1.12; bullets=yes]"/>
          <p:cNvSpPr>
            <a:spLocks noGrp="1"/>
          </p:cNvSpPr>
          <p:nvPr>
            <p:ph type="body" idx="11" hasCustomPrompt="1"/>
          </p:nvPr>
        </p:nvSpPr>
        <p:spPr>
          <a:xfrm>
            <a:off x="265176" y="1143000"/>
            <a:ext cx="8586216" cy="3337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b="0" sz="1100">
                <a:solidFill>
                  <a:srgbClr val="3A3D52"/>
                </a:solidFill>
                <a:latin typeface="DM Sans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intro [background=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[slot=title; role=title; color=text.light_background.title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000000"/>
                </a:solidFill>
                <a:latin typeface="DM Sans"/>
              </a:rPr>
              <a:t>Slide title</a:t>
            </a:r>
          </a:p>
        </p:txBody>
      </p:sp>
      <p:cxnSp>
        <p:nvCxnSpPr>
          <p:cNvPr id="3" name="title rule [line=lines.title_rule_light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4" name="intro [slot=intro; role=intro; color=text.light_background.title]"/>
          <p:cNvSpPr>
            <a:spLocks noGrp="1"/>
          </p:cNvSpPr>
          <p:nvPr>
            <p:ph type="body" idx="11" hasCustomPrompt="1"/>
          </p:nvPr>
        </p:nvSpPr>
        <p:spPr>
          <a:xfrm>
            <a:off x="265176" y="859536"/>
            <a:ext cx="839419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400">
                <a:solidFill>
                  <a:srgbClr val="000000"/>
                </a:solidFill>
                <a:latin typeface="DM Sans"/>
              </a:rPr>
              <a:t>Intro line</a:t>
            </a:r>
          </a:p>
        </p:txBody>
      </p:sp>
      <p:sp>
        <p:nvSpPr>
          <p:cNvPr id="5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  <p:sp>
        <p:nvSpPr>
          <p:cNvPr id="6" name="points [slot=points; role=body; color=text.light_background.body; spacing=1.12; bullets=yes]"/>
          <p:cNvSpPr>
            <a:spLocks noGrp="1"/>
          </p:cNvSpPr>
          <p:nvPr>
            <p:ph type="body" idx="12" hasCustomPrompt="1"/>
          </p:nvPr>
        </p:nvSpPr>
        <p:spPr>
          <a:xfrm>
            <a:off x="265176" y="1435608"/>
            <a:ext cx="8586216" cy="30449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b="0" sz="1100">
                <a:solidFill>
                  <a:srgbClr val="3A3D52"/>
                </a:solidFill>
                <a:latin typeface="DM Sans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· dark [background=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role=title; color=text.dark_background.heading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FFFFFF"/>
                </a:solidFill>
                <a:latin typeface="DM Sans"/>
              </a:rPr>
              <a:t>Slide title</a:t>
            </a:r>
          </a:p>
        </p:txBody>
      </p:sp>
      <p:cxnSp>
        <p:nvCxnSpPr>
          <p:cNvPr id="4" name="title rule [line=lines.title_rule_dark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FAFAFA"/>
            </a:solidFill>
          </a:ln>
        </p:spPr>
      </p:cxnSp>
      <p:sp>
        <p:nvSpPr>
          <p:cNvPr id="5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  <p:sp>
        <p:nvSpPr>
          <p:cNvPr id="6" name="points [slot=points; role=body; color=text.dark_background.heading; spacing=1.12; bullets=yes]"/>
          <p:cNvSpPr>
            <a:spLocks noGrp="1"/>
          </p:cNvSpPr>
          <p:nvPr>
            <p:ph type="body" idx="11" hasCustomPrompt="1"/>
          </p:nvPr>
        </p:nvSpPr>
        <p:spPr>
          <a:xfrm>
            <a:off x="265176" y="1143000"/>
            <a:ext cx="8586216" cy="3337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b="0" sz="1100">
                <a:solidFill>
                  <a:srgbClr val="FFFFFF"/>
                </a:solidFill>
                <a:latin typeface="DM Sans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intro · dark [background=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role=title; color=text.dark_background.heading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FFFFFF"/>
                </a:solidFill>
                <a:latin typeface="DM Sans"/>
              </a:rPr>
              <a:t>Slide title</a:t>
            </a:r>
          </a:p>
        </p:txBody>
      </p:sp>
      <p:cxnSp>
        <p:nvCxnSpPr>
          <p:cNvPr id="4" name="title rule [line=lines.title_rule_dark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FAFAFA"/>
            </a:solidFill>
          </a:ln>
        </p:spPr>
      </p:cxnSp>
      <p:sp>
        <p:nvSpPr>
          <p:cNvPr id="5" name="intro [slot=intro; role=intro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265176" y="859536"/>
            <a:ext cx="839419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400">
                <a:solidFill>
                  <a:srgbClr val="FFFFFF"/>
                </a:solidFill>
                <a:latin typeface="DM Sans"/>
              </a:rPr>
              <a:t>Intro line</a:t>
            </a:r>
          </a:p>
        </p:txBody>
      </p:sp>
      <p:sp>
        <p:nvSpPr>
          <p:cNvPr id="6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  <p:sp>
        <p:nvSpPr>
          <p:cNvPr id="7" name="points [slot=points; role=body; color=text.dark_background.heading; spacing=1.12; bullets=yes]"/>
          <p:cNvSpPr>
            <a:spLocks noGrp="1"/>
          </p:cNvSpPr>
          <p:nvPr>
            <p:ph type="body" idx="12" hasCustomPrompt="1"/>
          </p:nvPr>
        </p:nvSpPr>
        <p:spPr>
          <a:xfrm>
            <a:off x="265176" y="1435608"/>
            <a:ext cx="8586216" cy="30449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b="0" sz="1100">
                <a:solidFill>
                  <a:srgbClr val="FFFFFF"/>
                </a:solidFill>
                <a:latin typeface="DM Sans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[background=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[slot=title; role=title; color=text.light_background.title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000000"/>
                </a:solidFill>
                <a:latin typeface="DM Sans"/>
              </a:rPr>
              <a:t>Slide title</a:t>
            </a:r>
          </a:p>
        </p:txBody>
      </p:sp>
      <p:cxnSp>
        <p:nvCxnSpPr>
          <p:cNvPr id="3" name="title rule [line=lines.title_rule_light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4" name="intro [slot=intro; role=intro; color=text.light_background.title]"/>
          <p:cNvSpPr>
            <a:spLocks noGrp="1"/>
          </p:cNvSpPr>
          <p:nvPr>
            <p:ph type="body" idx="11" hasCustomPrompt="1"/>
          </p:nvPr>
        </p:nvSpPr>
        <p:spPr>
          <a:xfrm>
            <a:off x="265176" y="859536"/>
            <a:ext cx="839419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400">
                <a:solidFill>
                  <a:srgbClr val="000000"/>
                </a:solidFill>
                <a:latin typeface="DM Sans"/>
              </a:rPr>
              <a:t>Intro line</a:t>
            </a:r>
          </a:p>
        </p:txBody>
      </p:sp>
      <p:sp>
        <p:nvSpPr>
          <p:cNvPr id="5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· tint [background=tin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role=title; color=text.light_background.title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000000"/>
                </a:solidFill>
                <a:latin typeface="DM Sans"/>
              </a:rPr>
              <a:t>Slide title</a:t>
            </a:r>
          </a:p>
        </p:txBody>
      </p:sp>
      <p:cxnSp>
        <p:nvCxnSpPr>
          <p:cNvPr id="4" name="title rule [line=lines.title_rule_light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0000FF"/>
            </a:solidFill>
          </a:ln>
        </p:spPr>
      </p:cxnSp>
      <p:sp>
        <p:nvSpPr>
          <p:cNvPr id="5" name="intro [slot=intro; role=intro; color=text.light_background.title]"/>
          <p:cNvSpPr>
            <a:spLocks noGrp="1"/>
          </p:cNvSpPr>
          <p:nvPr>
            <p:ph type="body" idx="11" hasCustomPrompt="1"/>
          </p:nvPr>
        </p:nvSpPr>
        <p:spPr>
          <a:xfrm>
            <a:off x="265176" y="859536"/>
            <a:ext cx="839419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400">
                <a:solidFill>
                  <a:srgbClr val="000000"/>
                </a:solidFill>
                <a:latin typeface="DM Sans"/>
              </a:rPr>
              <a:t>Intro line</a:t>
            </a:r>
          </a:p>
        </p:txBody>
      </p:sp>
      <p:sp>
        <p:nvSpPr>
          <p:cNvPr id="6" name="slide number [role=page_number; color=text.light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141529"/>
                </a:solidFill>
                <a:latin typeface="DM San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· blue [background=blu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role=title; color=text.dark_background.heading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FFFFFF"/>
                </a:solidFill>
                <a:latin typeface="DM Sans"/>
              </a:rPr>
              <a:t>Slide title</a:t>
            </a:r>
          </a:p>
        </p:txBody>
      </p:sp>
      <p:cxnSp>
        <p:nvCxnSpPr>
          <p:cNvPr id="4" name="title rule [line=lines.title_rule_dark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FAFAFA"/>
            </a:solidFill>
          </a:ln>
        </p:spPr>
      </p:cxnSp>
      <p:sp>
        <p:nvSpPr>
          <p:cNvPr id="5" name="intro [slot=intro; role=intro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265176" y="859536"/>
            <a:ext cx="839419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400">
                <a:solidFill>
                  <a:srgbClr val="FFFFFF"/>
                </a:solidFill>
                <a:latin typeface="DM Sans"/>
              </a:rPr>
              <a:t>Intro line</a:t>
            </a:r>
          </a:p>
        </p:txBody>
      </p:sp>
      <p:sp>
        <p:nvSpPr>
          <p:cNvPr id="6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· navy [background=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role=title; color=text.dark_background.heading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FFFFFF"/>
                </a:solidFill>
                <a:latin typeface="DM Sans"/>
              </a:rPr>
              <a:t>Slide title</a:t>
            </a:r>
          </a:p>
        </p:txBody>
      </p:sp>
      <p:cxnSp>
        <p:nvCxnSpPr>
          <p:cNvPr id="4" name="title rule [line=lines.title_rule_dark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FAFAFA"/>
            </a:solidFill>
          </a:ln>
        </p:spPr>
      </p:cxnSp>
      <p:sp>
        <p:nvSpPr>
          <p:cNvPr id="5" name="intro [slot=intro; role=intro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265176" y="859536"/>
            <a:ext cx="839419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400">
                <a:solidFill>
                  <a:srgbClr val="FFFFFF"/>
                </a:solidFill>
                <a:latin typeface="DM Sans"/>
              </a:rPr>
              <a:t>Intro line</a:t>
            </a:r>
          </a:p>
        </p:txBody>
      </p:sp>
      <p:sp>
        <p:nvSpPr>
          <p:cNvPr id="6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· violet [background=viole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[slot=title; role=title; color=text.dark_background.heading]"/>
          <p:cNvSpPr>
            <a:spLocks noGrp="1"/>
          </p:cNvSpPr>
          <p:nvPr>
            <p:ph type="title"/>
          </p:nvPr>
        </p:nvSpPr>
        <p:spPr>
          <a:xfrm>
            <a:off x="265176" y="201168"/>
            <a:ext cx="6995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1" sz="2300">
                <a:solidFill>
                  <a:srgbClr val="FFFFFF"/>
                </a:solidFill>
                <a:latin typeface="DM Sans"/>
              </a:rPr>
              <a:t>Slide title</a:t>
            </a:r>
          </a:p>
        </p:txBody>
      </p:sp>
      <p:cxnSp>
        <p:nvCxnSpPr>
          <p:cNvPr id="4" name="title rule [line=lines.title_rule_dark; width=0.75]"/>
          <p:cNvCxnSpPr/>
          <p:nvPr/>
        </p:nvCxnSpPr>
        <p:spPr>
          <a:xfrm>
            <a:off x="265176" y="713232"/>
            <a:ext cx="8586216" cy="0"/>
          </a:xfrm>
          <a:prstGeom prst="line">
            <a:avLst/>
          </a:prstGeom>
          <a:ln w="9525">
            <a:solidFill>
              <a:srgbClr val="FAFAFA"/>
            </a:solidFill>
          </a:ln>
        </p:spPr>
      </p:cxnSp>
      <p:sp>
        <p:nvSpPr>
          <p:cNvPr id="5" name="intro [slot=intro; role=intro; color=text.dark_background.heading]"/>
          <p:cNvSpPr>
            <a:spLocks noGrp="1"/>
          </p:cNvSpPr>
          <p:nvPr>
            <p:ph type="body" idx="11" hasCustomPrompt="1"/>
          </p:nvPr>
        </p:nvSpPr>
        <p:spPr>
          <a:xfrm>
            <a:off x="265176" y="859536"/>
            <a:ext cx="8394192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400">
                <a:solidFill>
                  <a:srgbClr val="FFFFFF"/>
                </a:solidFill>
                <a:latin typeface="DM Sans"/>
              </a:rPr>
              <a:t>Intro line</a:t>
            </a:r>
          </a:p>
        </p:txBody>
      </p:sp>
      <p:sp>
        <p:nvSpPr>
          <p:cNvPr id="6" name="slide number [role=page_number; color=text.dark_background.heading]"/>
          <p:cNvSpPr txBox="1"/>
          <p:nvPr/>
        </p:nvSpPr>
        <p:spPr>
          <a:xfrm>
            <a:off x="283464" y="4791456"/>
            <a:ext cx="402336" cy="192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fld id="{B6F15528-21DE-4FAA-801E-634DDDAF4B2B}" type="slidenum">
              <a:rPr b="0" sz="800">
                <a:solidFill>
                  <a:srgbClr val="FFFFFF"/>
                </a:solidFill>
                <a:latin typeface="DM Sans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[background=blu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ank you [role=closing_title; color=text.dark_background.heading]"/>
          <p:cNvSpPr txBox="1"/>
          <p:nvPr/>
        </p:nvSpPr>
        <p:spPr>
          <a:xfrm>
            <a:off x="256032" y="676656"/>
            <a:ext cx="69311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4900">
                <a:solidFill>
                  <a:srgbClr val="FFFFFF"/>
                </a:solidFill>
                <a:latin typeface="DM Sans Light"/>
              </a:rPr>
              <a:t>Thank you</a:t>
            </a:r>
          </a:p>
        </p:txBody>
      </p:sp>
      <p:cxnSp>
        <p:nvCxnSpPr>
          <p:cNvPr id="4" name="closing rule [line=lines.title_slide_rule; width=0.75]"/>
          <p:cNvCxnSpPr/>
          <p:nvPr/>
        </p:nvCxnSpPr>
        <p:spPr>
          <a:xfrm>
            <a:off x="310896" y="1517904"/>
            <a:ext cx="6821424" cy="0"/>
          </a:xfrm>
          <a:prstGeom prst="line">
            <a:avLst/>
          </a:prstGeom>
          <a:ln w="9525">
            <a:solidFill>
              <a:srgbClr val="FFFFFF"/>
            </a:solidFill>
          </a:ln>
        </p:spPr>
      </p:cxnSp>
      <p:sp>
        <p:nvSpPr>
          <p:cNvPr id="5" name="explore more [slot=explore more; role=explore_more; color=text.dark_background.heading]"/>
          <p:cNvSpPr>
            <a:spLocks noGrp="1"/>
          </p:cNvSpPr>
          <p:nvPr>
            <p:ph type="body" idx="12" hasCustomPrompt="1"/>
          </p:nvPr>
        </p:nvSpPr>
        <p:spPr>
          <a:xfrm>
            <a:off x="310896" y="197510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b="0" sz="1200">
                <a:solidFill>
                  <a:srgbClr val="FFFFFF"/>
                </a:solidFill>
                <a:latin typeface="DM Sans Light"/>
              </a:rPr>
              <a:t>Explore more</a:t>
            </a:r>
          </a:p>
        </p:txBody>
      </p:sp>
      <p:sp>
        <p:nvSpPr>
          <p:cNvPr id="6" name="contacts [slot=contacts; role=contact; color=text.dark_background.heading; spacing=0.9]"/>
          <p:cNvSpPr>
            <a:spLocks noGrp="1"/>
          </p:cNvSpPr>
          <p:nvPr>
            <p:ph type="body" idx="10" hasCustomPrompt="1"/>
          </p:nvPr>
        </p:nvSpPr>
        <p:spPr>
          <a:xfrm>
            <a:off x="310896" y="2194560"/>
            <a:ext cx="3941063" cy="502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b="0" sz="1200">
                <a:solidFill>
                  <a:srgbClr val="FFFFFF"/>
                </a:solidFill>
                <a:latin typeface="DM Sans"/>
              </a:rPr>
              <a:t>Contact us 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8" r:id="rId21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6" r:id="rId39"/>
    <p:sldLayoutId id="2147483687" r:id="rId40"/>
    <p:sldLayoutId id="2147483692" r:id="rId45"/>
    <p:sldLayoutId id="2147483693" r:id="rId4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